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BB053D83.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32588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60EE352-9D73-D278-F128-537156DAFEC5}" name="Anima Upadhyay" initials="AU" userId="S::60214019@nebraska.edu::ac757c39-b656-4e52-a198-0464885337f7" providerId="AD"/>
  <p188:author id="{6F9ABAFD-1D42-0073-6633-346E1DFE0D7A}" name="Glen Williams" initials="GW" userId="S::51628718@nebraska.edu::44163648-3267-4117-b721-61c39720ba6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0C265-F267-739D-2C00-3E79BA2D263E}" v="33" dt="2025-12-08T22:38:55.244"/>
    <p1510:client id="{2BB3CB00-477A-D6AA-A3F6-BF257F994DFD}" v="405" dt="2025-12-08T23:02:58.361"/>
    <p1510:client id="{3042985C-1457-C71E-683E-B44E41B07007}" v="1109" dt="2025-12-09T17:57:05.634"/>
    <p1510:client id="{38945FDE-5287-68A1-FF65-93EDA5BDBB96}" v="183" dt="2025-12-10T01:06:24.393"/>
    <p1510:client id="{675FFC90-A267-68A1-2B5A-BD89F81E12FE}" v="126" dt="2025-12-10T01:35:52.436"/>
    <p1510:client id="{7ACA2C5A-5686-B308-E51F-3798F9F4461F}" v="61" dt="2025-12-10T01:33:12.450"/>
    <p1510:client id="{92740605-D37A-3E1B-039F-51C4FCADEDF9}" v="72" dt="2025-12-09T16:19:28.703"/>
    <p1510:client id="{B0F1F4D7-A03D-A172-E1F1-28836AAB03D6}" v="94" dt="2025-12-10T01:39:16.485"/>
    <p1510:client id="{B8C892C2-197D-6028-F38E-A02EBE9E74B8}" v="86" dt="2025-12-10T00:12:31.616"/>
    <p1510:client id="{BB2C246F-DDA5-3E95-B00A-FCCBD8836BA2}" v="310" dt="2025-12-09T00:42:06.120"/>
    <p1510:client id="{E8E11D35-084B-6433-D726-908B9CA50D3C}" v="1005" dt="2025-12-09T04:49:33.512"/>
    <p1510:client id="{ED03E959-3C3F-0ACB-2C0A-2F866C7A4A41}" v="8" dt="2025-12-10T01:43:53.7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ma Upadhyay" userId="S::60214019@nebraska.edu::ac757c39-b656-4e52-a198-0464885337f7" providerId="AD" clId="Web-{B0F1F4D7-A03D-A172-E1F1-28836AAB03D6}"/>
    <pc:docChg chg="modSld">
      <pc:chgData name="Anima Upadhyay" userId="S::60214019@nebraska.edu::ac757c39-b656-4e52-a198-0464885337f7" providerId="AD" clId="Web-{B0F1F4D7-A03D-A172-E1F1-28836AAB03D6}" dt="2025-12-10T01:39:16.485" v="398" actId="1076"/>
      <pc:docMkLst>
        <pc:docMk/>
      </pc:docMkLst>
      <pc:sldChg chg="modSp modCm">
        <pc:chgData name="Anima Upadhyay" userId="S::60214019@nebraska.edu::ac757c39-b656-4e52-a198-0464885337f7" providerId="AD" clId="Web-{B0F1F4D7-A03D-A172-E1F1-28836AAB03D6}" dt="2025-12-10T01:39:16.485" v="398" actId="1076"/>
        <pc:sldMkLst>
          <pc:docMk/>
          <pc:sldMk cId="3137682819" sldId="256"/>
        </pc:sldMkLst>
        <pc:spChg chg="mod">
          <ac:chgData name="Anima Upadhyay" userId="S::60214019@nebraska.edu::ac757c39-b656-4e52-a198-0464885337f7" providerId="AD" clId="Web-{B0F1F4D7-A03D-A172-E1F1-28836AAB03D6}" dt="2025-12-10T01:29:02.868" v="150" actId="1076"/>
          <ac:spMkLst>
            <pc:docMk/>
            <pc:sldMk cId="3137682819" sldId="256"/>
            <ac:spMk id="4" creationId="{4772BC5B-D8E3-A849-8F4D-26D61513A1D6}"/>
          </ac:spMkLst>
        </pc:spChg>
        <pc:spChg chg="mod">
          <ac:chgData name="Anima Upadhyay" userId="S::60214019@nebraska.edu::ac757c39-b656-4e52-a198-0464885337f7" providerId="AD" clId="Web-{B0F1F4D7-A03D-A172-E1F1-28836AAB03D6}" dt="2025-12-10T01:16:10.646" v="89" actId="20577"/>
          <ac:spMkLst>
            <pc:docMk/>
            <pc:sldMk cId="3137682819" sldId="256"/>
            <ac:spMk id="6" creationId="{6CAAEB72-B0AF-1855-AE44-2BD9840C0F76}"/>
          </ac:spMkLst>
        </pc:spChg>
        <pc:spChg chg="mod">
          <ac:chgData name="Anima Upadhyay" userId="S::60214019@nebraska.edu::ac757c39-b656-4e52-a198-0464885337f7" providerId="AD" clId="Web-{B0F1F4D7-A03D-A172-E1F1-28836AAB03D6}" dt="2025-12-10T01:39:08.719" v="396" actId="14100"/>
          <ac:spMkLst>
            <pc:docMk/>
            <pc:sldMk cId="3137682819" sldId="256"/>
            <ac:spMk id="7" creationId="{AF42459D-3095-E965-84EC-68EA6A2910F2}"/>
          </ac:spMkLst>
        </pc:spChg>
        <pc:spChg chg="mod">
          <ac:chgData name="Anima Upadhyay" userId="S::60214019@nebraska.edu::ac757c39-b656-4e52-a198-0464885337f7" providerId="AD" clId="Web-{B0F1F4D7-A03D-A172-E1F1-28836AAB03D6}" dt="2025-12-10T01:39:16.485" v="398" actId="1076"/>
          <ac:spMkLst>
            <pc:docMk/>
            <pc:sldMk cId="3137682819" sldId="256"/>
            <ac:spMk id="10" creationId="{9F6BCE4A-6863-F79D-9DAA-9F3546D23EEB}"/>
          </ac:spMkLst>
        </pc:spChg>
        <pc:spChg chg="mod">
          <ac:chgData name="Anima Upadhyay" userId="S::60214019@nebraska.edu::ac757c39-b656-4e52-a198-0464885337f7" providerId="AD" clId="Web-{B0F1F4D7-A03D-A172-E1F1-28836AAB03D6}" dt="2025-12-10T01:11:11.428" v="51" actId="20577"/>
          <ac:spMkLst>
            <pc:docMk/>
            <pc:sldMk cId="3137682819" sldId="256"/>
            <ac:spMk id="23" creationId="{F88CF0FB-A215-8155-F3CD-C8E61F5A0BE1}"/>
          </ac:spMkLst>
        </pc:spChg>
        <pc:spChg chg="mod">
          <ac:chgData name="Anima Upadhyay" userId="S::60214019@nebraska.edu::ac757c39-b656-4e52-a198-0464885337f7" providerId="AD" clId="Web-{B0F1F4D7-A03D-A172-E1F1-28836AAB03D6}" dt="2025-12-10T01:39:13.641" v="397" actId="1076"/>
          <ac:spMkLst>
            <pc:docMk/>
            <pc:sldMk cId="3137682819" sldId="256"/>
            <ac:spMk id="29" creationId="{B748561D-05D6-3B18-294F-A58B891BBB06}"/>
          </ac:spMkLst>
        </pc:spChg>
        <pc:picChg chg="mod">
          <ac:chgData name="Anima Upadhyay" userId="S::60214019@nebraska.edu::ac757c39-b656-4e52-a198-0464885337f7" providerId="AD" clId="Web-{B0F1F4D7-A03D-A172-E1F1-28836AAB03D6}" dt="2025-12-10T01:37:28.062" v="391" actId="1076"/>
          <ac:picMkLst>
            <pc:docMk/>
            <pc:sldMk cId="3137682819" sldId="256"/>
            <ac:picMk id="2" creationId="{BA809230-505C-55BC-BAFC-C0A19EBF98C4}"/>
          </ac:picMkLst>
        </pc:picChg>
        <pc:extLst>
          <p:ext xmlns:p="http://schemas.openxmlformats.org/presentationml/2006/main" uri="{D6D511B9-2390-475A-947B-AFAB55BFBCF1}">
            <pc226:cmChg xmlns:pc226="http://schemas.microsoft.com/office/powerpoint/2022/06/main/command" chg="mod">
              <pc226:chgData name="Anima Upadhyay" userId="S::60214019@nebraska.edu::ac757c39-b656-4e52-a198-0464885337f7" providerId="AD" clId="Web-{B0F1F4D7-A03D-A172-E1F1-28836AAB03D6}" dt="2025-12-10T01:39:05.703" v="394" actId="20577"/>
              <pc2:cmMkLst xmlns:pc2="http://schemas.microsoft.com/office/powerpoint/2019/9/main/command">
                <pc:docMk/>
                <pc:sldMk cId="3137682819" sldId="256"/>
                <pc2:cmMk id="{9D398B0A-9111-403D-B9B0-9183DB5998D0}"/>
              </pc2:cmMkLst>
            </pc226:cmChg>
            <pc226:cmChg xmlns:pc226="http://schemas.microsoft.com/office/powerpoint/2022/06/main/command" chg="mod">
              <pc226:chgData name="Anima Upadhyay" userId="S::60214019@nebraska.edu::ac757c39-b656-4e52-a198-0464885337f7" providerId="AD" clId="Web-{B0F1F4D7-A03D-A172-E1F1-28836AAB03D6}" dt="2025-12-10T01:16:10.646" v="88" actId="20577"/>
              <pc2:cmMkLst xmlns:pc2="http://schemas.microsoft.com/office/powerpoint/2019/9/main/command">
                <pc:docMk/>
                <pc:sldMk cId="3137682819" sldId="256"/>
                <pc2:cmMk id="{EE45E51F-E735-42B9-943E-3EA13326D374}"/>
              </pc2:cmMkLst>
            </pc226:cmChg>
            <pc226:cmChg xmlns:pc226="http://schemas.microsoft.com/office/powerpoint/2022/06/main/command" chg="mod">
              <pc226:chgData name="Anima Upadhyay" userId="S::60214019@nebraska.edu::ac757c39-b656-4e52-a198-0464885337f7" providerId="AD" clId="Web-{B0F1F4D7-A03D-A172-E1F1-28836AAB03D6}" dt="2025-12-10T01:39:05.703" v="394" actId="20577"/>
              <pc2:cmMkLst xmlns:pc2="http://schemas.microsoft.com/office/powerpoint/2019/9/main/command">
                <pc:docMk/>
                <pc:sldMk cId="3137682819" sldId="256"/>
                <pc2:cmMk id="{DA154F2F-395D-45BB-B6B0-904E164F9BDE}"/>
              </pc2:cmMkLst>
            </pc226:cmChg>
            <pc226:cmChg xmlns:pc226="http://schemas.microsoft.com/office/powerpoint/2022/06/main/command" chg="mod">
              <pc226:chgData name="Anima Upadhyay" userId="S::60214019@nebraska.edu::ac757c39-b656-4e52-a198-0464885337f7" providerId="AD" clId="Web-{B0F1F4D7-A03D-A172-E1F1-28836AAB03D6}" dt="2025-12-10T01:23:54.770" v="143" actId="20577"/>
              <pc2:cmMkLst xmlns:pc2="http://schemas.microsoft.com/office/powerpoint/2019/9/main/command">
                <pc:docMk/>
                <pc:sldMk cId="3137682819" sldId="256"/>
                <pc2:cmMk id="{3139EE51-0850-48DE-9EDD-98011D1AA106}"/>
              </pc2:cmMkLst>
            </pc226:cmChg>
            <pc226:cmChg xmlns:pc226="http://schemas.microsoft.com/office/powerpoint/2022/06/main/command" chg="mod">
              <pc226:chgData name="Anima Upadhyay" userId="S::60214019@nebraska.edu::ac757c39-b656-4e52-a198-0464885337f7" providerId="AD" clId="Web-{B0F1F4D7-A03D-A172-E1F1-28836AAB03D6}" dt="2025-12-10T01:10:55.209" v="50" actId="20577"/>
              <pc2:cmMkLst xmlns:pc2="http://schemas.microsoft.com/office/powerpoint/2019/9/main/command">
                <pc:docMk/>
                <pc:sldMk cId="3137682819" sldId="256"/>
                <pc2:cmMk id="{26BF56C3-E118-4E44-BBFD-7953A2AAF745}"/>
              </pc2:cmMkLst>
            </pc226:cmChg>
            <pc226:cmChg xmlns:pc226="http://schemas.microsoft.com/office/powerpoint/2022/06/main/command" chg="mod">
              <pc226:chgData name="Anima Upadhyay" userId="S::60214019@nebraska.edu::ac757c39-b656-4e52-a198-0464885337f7" providerId="AD" clId="Web-{B0F1F4D7-A03D-A172-E1F1-28836AAB03D6}" dt="2025-12-10T01:10:55.209" v="50" actId="20577"/>
              <pc2:cmMkLst xmlns:pc2="http://schemas.microsoft.com/office/powerpoint/2019/9/main/command">
                <pc:docMk/>
                <pc:sldMk cId="3137682819" sldId="256"/>
                <pc2:cmMk id="{5F8632D0-06A9-45EA-AF85-A96B5A97CFE8}"/>
              </pc2:cmMkLst>
            </pc226:cmChg>
            <pc226:cmChg xmlns:pc226="http://schemas.microsoft.com/office/powerpoint/2022/06/main/command" chg="mod">
              <pc226:chgData name="Anima Upadhyay" userId="S::60214019@nebraska.edu::ac757c39-b656-4e52-a198-0464885337f7" providerId="AD" clId="Web-{B0F1F4D7-A03D-A172-E1F1-28836AAB03D6}" dt="2025-12-10T01:39:05.703" v="394" actId="20577"/>
              <pc2:cmMkLst xmlns:pc2="http://schemas.microsoft.com/office/powerpoint/2019/9/main/command">
                <pc:docMk/>
                <pc:sldMk cId="3137682819" sldId="256"/>
                <pc2:cmMk id="{53A880ED-055A-45DB-A489-A5E5F21354B6}"/>
              </pc2:cmMkLst>
            </pc226:cmChg>
          </p:ext>
        </pc:extLst>
      </pc:sldChg>
    </pc:docChg>
  </pc:docChgLst>
  <pc:docChgLst>
    <pc:chgData name="Glen Williams" userId="S::51628718@nebraska.edu::44163648-3267-4117-b721-61c39720ba64" providerId="AD" clId="Web-{2BB3CB00-477A-D6AA-A3F6-BF257F994DFD}"/>
    <pc:docChg chg="modSld">
      <pc:chgData name="Glen Williams" userId="S::51628718@nebraska.edu::44163648-3267-4117-b721-61c39720ba64" providerId="AD" clId="Web-{2BB3CB00-477A-D6AA-A3F6-BF257F994DFD}" dt="2025-12-08T23:02:58.361" v="245" actId="1076"/>
      <pc:docMkLst>
        <pc:docMk/>
      </pc:docMkLst>
    </pc:docChg>
  </pc:docChgLst>
  <pc:docChgLst>
    <pc:chgData name="Anima Upadhyay" userId="S::60214019@nebraska.edu::ac757c39-b656-4e52-a198-0464885337f7" providerId="AD" clId="Web-{3042985C-1457-C71E-683E-B44E41B07007}"/>
    <pc:docChg chg="modSld">
      <pc:chgData name="Anima Upadhyay" userId="S::60214019@nebraska.edu::ac757c39-b656-4e52-a198-0464885337f7" providerId="AD" clId="Web-{3042985C-1457-C71E-683E-B44E41B07007}" dt="2025-12-09T17:57:05.634" v="619" actId="1076"/>
      <pc:docMkLst>
        <pc:docMk/>
      </pc:docMkLst>
      <pc:sldChg chg="addSp delSp modSp">
        <pc:chgData name="Anima Upadhyay" userId="S::60214019@nebraska.edu::ac757c39-b656-4e52-a198-0464885337f7" providerId="AD" clId="Web-{3042985C-1457-C71E-683E-B44E41B07007}" dt="2025-12-09T17:57:05.634" v="619" actId="1076"/>
        <pc:sldMkLst>
          <pc:docMk/>
          <pc:sldMk cId="3137682819" sldId="256"/>
        </pc:sldMkLst>
        <pc:spChg chg="mod">
          <ac:chgData name="Anima Upadhyay" userId="S::60214019@nebraska.edu::ac757c39-b656-4e52-a198-0464885337f7" providerId="AD" clId="Web-{3042985C-1457-C71E-683E-B44E41B07007}" dt="2025-12-09T17:56:56.759" v="617" actId="14100"/>
          <ac:spMkLst>
            <pc:docMk/>
            <pc:sldMk cId="3137682819" sldId="256"/>
            <ac:spMk id="4" creationId="{4772BC5B-D8E3-A849-8F4D-26D61513A1D6}"/>
          </ac:spMkLst>
        </pc:spChg>
        <pc:spChg chg="add del">
          <ac:chgData name="Anima Upadhyay" userId="S::60214019@nebraska.edu::ac757c39-b656-4e52-a198-0464885337f7" providerId="AD" clId="Web-{3042985C-1457-C71E-683E-B44E41B07007}" dt="2025-12-09T17:07:44.814" v="1"/>
          <ac:spMkLst>
            <pc:docMk/>
            <pc:sldMk cId="3137682819" sldId="256"/>
            <ac:spMk id="5" creationId="{F5E50DBD-1A68-8782-909C-E2E001BA7F72}"/>
          </ac:spMkLst>
        </pc:spChg>
        <pc:spChg chg="mod">
          <ac:chgData name="Anima Upadhyay" userId="S::60214019@nebraska.edu::ac757c39-b656-4e52-a198-0464885337f7" providerId="AD" clId="Web-{3042985C-1457-C71E-683E-B44E41B07007}" dt="2025-12-09T17:36:09.568" v="308" actId="20577"/>
          <ac:spMkLst>
            <pc:docMk/>
            <pc:sldMk cId="3137682819" sldId="256"/>
            <ac:spMk id="9" creationId="{35DBA0C5-5781-9284-800C-DD4E35BDBFC7}"/>
          </ac:spMkLst>
        </pc:spChg>
        <pc:spChg chg="mod">
          <ac:chgData name="Anima Upadhyay" userId="S::60214019@nebraska.edu::ac757c39-b656-4e52-a198-0464885337f7" providerId="AD" clId="Web-{3042985C-1457-C71E-683E-B44E41B07007}" dt="2025-12-09T17:57:01.103" v="618" actId="14100"/>
          <ac:spMkLst>
            <pc:docMk/>
            <pc:sldMk cId="3137682819" sldId="256"/>
            <ac:spMk id="23" creationId="{F88CF0FB-A215-8155-F3CD-C8E61F5A0BE1}"/>
          </ac:spMkLst>
        </pc:spChg>
        <pc:spChg chg="mod">
          <ac:chgData name="Anima Upadhyay" userId="S::60214019@nebraska.edu::ac757c39-b656-4e52-a198-0464885337f7" providerId="AD" clId="Web-{3042985C-1457-C71E-683E-B44E41B07007}" dt="2025-12-09T17:57:05.634" v="619" actId="1076"/>
          <ac:spMkLst>
            <pc:docMk/>
            <pc:sldMk cId="3137682819" sldId="256"/>
            <ac:spMk id="25" creationId="{C6C9C228-FFFA-6FE5-46A7-2D7482BF2A3E}"/>
          </ac:spMkLst>
        </pc:spChg>
        <pc:spChg chg="mod">
          <ac:chgData name="Anima Upadhyay" userId="S::60214019@nebraska.edu::ac757c39-b656-4e52-a198-0464885337f7" providerId="AD" clId="Web-{3042985C-1457-C71E-683E-B44E41B07007}" dt="2025-12-09T17:55:29.024" v="603" actId="14100"/>
          <ac:spMkLst>
            <pc:docMk/>
            <pc:sldMk cId="3137682819" sldId="256"/>
            <ac:spMk id="29" creationId="{B748561D-05D6-3B18-294F-A58B891BBB06}"/>
          </ac:spMkLst>
        </pc:spChg>
      </pc:sldChg>
    </pc:docChg>
  </pc:docChgLst>
  <pc:docChgLst>
    <pc:chgData name="Anima Upadhyay" userId="S::60214019@nebraska.edu::ac757c39-b656-4e52-a198-0464885337f7" providerId="AD" clId="Web-{E8E11D35-084B-6433-D726-908B9CA50D3C}"/>
    <pc:docChg chg="mod modSld modMainMaster setSldSz">
      <pc:chgData name="Anima Upadhyay" userId="S::60214019@nebraska.edu::ac757c39-b656-4e52-a198-0464885337f7" providerId="AD" clId="Web-{E8E11D35-084B-6433-D726-908B9CA50D3C}" dt="2025-12-09T04:49:33.512" v="567" actId="20577"/>
      <pc:docMkLst>
        <pc:docMk/>
      </pc:docMkLst>
      <pc:sldChg chg="addSp delSp modSp">
        <pc:chgData name="Anima Upadhyay" userId="S::60214019@nebraska.edu::ac757c39-b656-4e52-a198-0464885337f7" providerId="AD" clId="Web-{E8E11D35-084B-6433-D726-908B9CA50D3C}" dt="2025-12-09T04:49:33.512" v="567" actId="20577"/>
        <pc:sldMkLst>
          <pc:docMk/>
          <pc:sldMk cId="3137682819" sldId="256"/>
        </pc:sldMkLst>
        <pc:spChg chg="mod">
          <ac:chgData name="Anima Upadhyay" userId="S::60214019@nebraska.edu::ac757c39-b656-4e52-a198-0464885337f7" providerId="AD" clId="Web-{E8E11D35-084B-6433-D726-908B9CA50D3C}" dt="2025-12-09T03:32:12.740" v="30" actId="14100"/>
          <ac:spMkLst>
            <pc:docMk/>
            <pc:sldMk cId="3137682819" sldId="256"/>
            <ac:spMk id="3" creationId="{70F3554A-1A6D-CFF5-1ABF-78EC1DA71F71}"/>
          </ac:spMkLst>
        </pc:spChg>
        <pc:spChg chg="mod">
          <ac:chgData name="Anima Upadhyay" userId="S::60214019@nebraska.edu::ac757c39-b656-4e52-a198-0464885337f7" providerId="AD" clId="Web-{E8E11D35-084B-6433-D726-908B9CA50D3C}" dt="2025-12-09T04:49:31.325" v="565" actId="1076"/>
          <ac:spMkLst>
            <pc:docMk/>
            <pc:sldMk cId="3137682819" sldId="256"/>
            <ac:spMk id="4" creationId="{4772BC5B-D8E3-A849-8F4D-26D61513A1D6}"/>
          </ac:spMkLst>
        </pc:spChg>
        <pc:spChg chg="mod">
          <ac:chgData name="Anima Upadhyay" userId="S::60214019@nebraska.edu::ac757c39-b656-4e52-a198-0464885337f7" providerId="AD" clId="Web-{E8E11D35-084B-6433-D726-908B9CA50D3C}" dt="2025-12-09T03:28:35.037" v="3"/>
          <ac:spMkLst>
            <pc:docMk/>
            <pc:sldMk cId="3137682819" sldId="256"/>
            <ac:spMk id="8" creationId="{8D1E804A-9BCA-59FE-BE80-56DFB45349EE}"/>
          </ac:spMkLst>
        </pc:spChg>
        <pc:spChg chg="mod">
          <ac:chgData name="Anima Upadhyay" userId="S::60214019@nebraska.edu::ac757c39-b656-4e52-a198-0464885337f7" providerId="AD" clId="Web-{E8E11D35-084B-6433-D726-908B9CA50D3C}" dt="2025-12-09T03:28:52.631" v="6" actId="1076"/>
          <ac:spMkLst>
            <pc:docMk/>
            <pc:sldMk cId="3137682819" sldId="256"/>
            <ac:spMk id="9" creationId="{35DBA0C5-5781-9284-800C-DD4E35BDBFC7}"/>
          </ac:spMkLst>
        </pc:spChg>
        <pc:spChg chg="mod">
          <ac:chgData name="Anima Upadhyay" userId="S::60214019@nebraska.edu::ac757c39-b656-4e52-a198-0464885337f7" providerId="AD" clId="Web-{E8E11D35-084B-6433-D726-908B9CA50D3C}" dt="2025-12-09T04:49:21.700" v="564" actId="20577"/>
          <ac:spMkLst>
            <pc:docMk/>
            <pc:sldMk cId="3137682819" sldId="256"/>
            <ac:spMk id="23" creationId="{F88CF0FB-A215-8155-F3CD-C8E61F5A0BE1}"/>
          </ac:spMkLst>
        </pc:spChg>
        <pc:spChg chg="mod">
          <ac:chgData name="Anima Upadhyay" userId="S::60214019@nebraska.edu::ac757c39-b656-4e52-a198-0464885337f7" providerId="AD" clId="Web-{E8E11D35-084B-6433-D726-908B9CA50D3C}" dt="2025-12-09T04:46:16.782" v="503" actId="1076"/>
          <ac:spMkLst>
            <pc:docMk/>
            <pc:sldMk cId="3137682819" sldId="256"/>
            <ac:spMk id="25" creationId="{C6C9C228-FFFA-6FE5-46A7-2D7482BF2A3E}"/>
          </ac:spMkLst>
        </pc:spChg>
        <pc:spChg chg="mod">
          <ac:chgData name="Anima Upadhyay" userId="S::60214019@nebraska.edu::ac757c39-b656-4e52-a198-0464885337f7" providerId="AD" clId="Web-{E8E11D35-084B-6433-D726-908B9CA50D3C}" dt="2025-12-09T04:49:33.512" v="567" actId="20577"/>
          <ac:spMkLst>
            <pc:docMk/>
            <pc:sldMk cId="3137682819" sldId="256"/>
            <ac:spMk id="29" creationId="{B748561D-05D6-3B18-294F-A58B891BBB06}"/>
          </ac:spMkLst>
        </pc:spChg>
        <pc:picChg chg="add mod">
          <ac:chgData name="Anima Upadhyay" userId="S::60214019@nebraska.edu::ac757c39-b656-4e52-a198-0464885337f7" providerId="AD" clId="Web-{E8E11D35-084B-6433-D726-908B9CA50D3C}" dt="2025-12-09T03:32:24.912" v="36" actId="1076"/>
          <ac:picMkLst>
            <pc:docMk/>
            <pc:sldMk cId="3137682819" sldId="256"/>
            <ac:picMk id="2" creationId="{BA809230-505C-55BC-BAFC-C0A19EBF98C4}"/>
          </ac:picMkLst>
        </pc:picChg>
        <pc:picChg chg="del mod">
          <ac:chgData name="Anima Upadhyay" userId="S::60214019@nebraska.edu::ac757c39-b656-4e52-a198-0464885337f7" providerId="AD" clId="Web-{E8E11D35-084B-6433-D726-908B9CA50D3C}" dt="2025-12-09T03:32:16.318" v="32"/>
          <ac:picMkLst>
            <pc:docMk/>
            <pc:sldMk cId="3137682819" sldId="256"/>
            <ac:picMk id="5" creationId="{27D1C905-9F17-386D-6FC5-A352D1CA4D3C}"/>
          </ac:picMkLst>
        </pc:picChg>
      </pc:sldChg>
      <pc:sldMasterChg chg="modSp modSldLayout">
        <pc:chgData name="Anima Upadhyay" userId="S::60214019@nebraska.edu::ac757c39-b656-4e52-a198-0464885337f7" providerId="AD" clId="Web-{E8E11D35-084B-6433-D726-908B9CA50D3C}" dt="2025-12-09T03:28:35.037" v="3"/>
        <pc:sldMasterMkLst>
          <pc:docMk/>
          <pc:sldMasterMk cId="444310505" sldId="2147483648"/>
        </pc:sldMasterMkLst>
        <pc:spChg chg="mod">
          <ac:chgData name="Anima Upadhyay" userId="S::60214019@nebraska.edu::ac757c39-b656-4e52-a198-0464885337f7" providerId="AD" clId="Web-{E8E11D35-084B-6433-D726-908B9CA50D3C}" dt="2025-12-09T03:28:35.037" v="3"/>
          <ac:spMkLst>
            <pc:docMk/>
            <pc:sldMasterMk cId="444310505" sldId="2147483648"/>
            <ac:spMk id="2" creationId="{82213383-BF7F-7A3A-64D7-00BED8289671}"/>
          </ac:spMkLst>
        </pc:spChg>
        <pc:spChg chg="mod">
          <ac:chgData name="Anima Upadhyay" userId="S::60214019@nebraska.edu::ac757c39-b656-4e52-a198-0464885337f7" providerId="AD" clId="Web-{E8E11D35-084B-6433-D726-908B9CA50D3C}" dt="2025-12-09T03:28:35.037" v="3"/>
          <ac:spMkLst>
            <pc:docMk/>
            <pc:sldMasterMk cId="444310505" sldId="2147483648"/>
            <ac:spMk id="3" creationId="{5AD18D68-0126-500D-41D7-FF236464E1E5}"/>
          </ac:spMkLst>
        </pc:spChg>
        <pc:spChg chg="mod">
          <ac:chgData name="Anima Upadhyay" userId="S::60214019@nebraska.edu::ac757c39-b656-4e52-a198-0464885337f7" providerId="AD" clId="Web-{E8E11D35-084B-6433-D726-908B9CA50D3C}" dt="2025-12-09T03:28:35.037" v="3"/>
          <ac:spMkLst>
            <pc:docMk/>
            <pc:sldMasterMk cId="444310505" sldId="2147483648"/>
            <ac:spMk id="4" creationId="{8833E9A2-F070-ED75-33A5-7513AB2A9495}"/>
          </ac:spMkLst>
        </pc:spChg>
        <pc:spChg chg="mod">
          <ac:chgData name="Anima Upadhyay" userId="S::60214019@nebraska.edu::ac757c39-b656-4e52-a198-0464885337f7" providerId="AD" clId="Web-{E8E11D35-084B-6433-D726-908B9CA50D3C}" dt="2025-12-09T03:28:35.037" v="3"/>
          <ac:spMkLst>
            <pc:docMk/>
            <pc:sldMasterMk cId="444310505" sldId="2147483648"/>
            <ac:spMk id="5" creationId="{E28078FA-CB93-3CBD-FC36-2F30ACCA14B8}"/>
          </ac:spMkLst>
        </pc:spChg>
        <pc:spChg chg="mod">
          <ac:chgData name="Anima Upadhyay" userId="S::60214019@nebraska.edu::ac757c39-b656-4e52-a198-0464885337f7" providerId="AD" clId="Web-{E8E11D35-084B-6433-D726-908B9CA50D3C}" dt="2025-12-09T03:28:35.037" v="3"/>
          <ac:spMkLst>
            <pc:docMk/>
            <pc:sldMasterMk cId="444310505" sldId="2147483648"/>
            <ac:spMk id="6" creationId="{702BD620-030B-70D7-3699-34008E0A8E35}"/>
          </ac:spMkLst>
        </pc:spChg>
        <pc:sldLayoutChg chg="modSp">
          <pc:chgData name="Anima Upadhyay" userId="S::60214019@nebraska.edu::ac757c39-b656-4e52-a198-0464885337f7" providerId="AD" clId="Web-{E8E11D35-084B-6433-D726-908B9CA50D3C}" dt="2025-12-09T03:28:35.037" v="3"/>
          <pc:sldLayoutMkLst>
            <pc:docMk/>
            <pc:sldMasterMk cId="444310505" sldId="2147483648"/>
            <pc:sldLayoutMk cId="732693654" sldId="2147483649"/>
          </pc:sldLayoutMkLst>
          <pc:spChg chg="mod">
            <ac:chgData name="Anima Upadhyay" userId="S::60214019@nebraska.edu::ac757c39-b656-4e52-a198-0464885337f7" providerId="AD" clId="Web-{E8E11D35-084B-6433-D726-908B9CA50D3C}" dt="2025-12-09T03:28:35.037" v="3"/>
            <ac:spMkLst>
              <pc:docMk/>
              <pc:sldMasterMk cId="444310505" sldId="2147483648"/>
              <pc:sldLayoutMk cId="732693654" sldId="2147483649"/>
              <ac:spMk id="2" creationId="{05A0398C-CD96-DFFC-13BB-DBB713D9ED7B}"/>
            </ac:spMkLst>
          </pc:spChg>
          <pc:spChg chg="mod">
            <ac:chgData name="Anima Upadhyay" userId="S::60214019@nebraska.edu::ac757c39-b656-4e52-a198-0464885337f7" providerId="AD" clId="Web-{E8E11D35-084B-6433-D726-908B9CA50D3C}" dt="2025-12-09T03:28:35.037" v="3"/>
            <ac:spMkLst>
              <pc:docMk/>
              <pc:sldMasterMk cId="444310505" sldId="2147483648"/>
              <pc:sldLayoutMk cId="732693654" sldId="2147483649"/>
              <ac:spMk id="3" creationId="{ABEE352C-656E-178D-1EDE-946F2B5A91A1}"/>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1585749020" sldId="2147483651"/>
          </pc:sldLayoutMkLst>
          <pc:spChg chg="mod">
            <ac:chgData name="Anima Upadhyay" userId="S::60214019@nebraska.edu::ac757c39-b656-4e52-a198-0464885337f7" providerId="AD" clId="Web-{E8E11D35-084B-6433-D726-908B9CA50D3C}" dt="2025-12-09T03:28:35.037" v="3"/>
            <ac:spMkLst>
              <pc:docMk/>
              <pc:sldMasterMk cId="444310505" sldId="2147483648"/>
              <pc:sldLayoutMk cId="1585749020" sldId="2147483651"/>
              <ac:spMk id="2" creationId="{5BB1C033-82AB-CC93-A6C5-144E09D6C0E3}"/>
            </ac:spMkLst>
          </pc:spChg>
          <pc:spChg chg="mod">
            <ac:chgData name="Anima Upadhyay" userId="S::60214019@nebraska.edu::ac757c39-b656-4e52-a198-0464885337f7" providerId="AD" clId="Web-{E8E11D35-084B-6433-D726-908B9CA50D3C}" dt="2025-12-09T03:28:35.037" v="3"/>
            <ac:spMkLst>
              <pc:docMk/>
              <pc:sldMasterMk cId="444310505" sldId="2147483648"/>
              <pc:sldLayoutMk cId="1585749020" sldId="2147483651"/>
              <ac:spMk id="3" creationId="{C74CC4D7-DCB7-5A4F-C98C-8D17CBFCC037}"/>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4143674213" sldId="2147483652"/>
          </pc:sldLayoutMkLst>
          <pc:spChg chg="mod">
            <ac:chgData name="Anima Upadhyay" userId="S::60214019@nebraska.edu::ac757c39-b656-4e52-a198-0464885337f7" providerId="AD" clId="Web-{E8E11D35-084B-6433-D726-908B9CA50D3C}" dt="2025-12-09T03:28:35.037" v="3"/>
            <ac:spMkLst>
              <pc:docMk/>
              <pc:sldMasterMk cId="444310505" sldId="2147483648"/>
              <pc:sldLayoutMk cId="4143674213" sldId="2147483652"/>
              <ac:spMk id="3" creationId="{37248B94-233B-2E98-7287-B5A91F69EC85}"/>
            </ac:spMkLst>
          </pc:spChg>
          <pc:spChg chg="mod">
            <ac:chgData name="Anima Upadhyay" userId="S::60214019@nebraska.edu::ac757c39-b656-4e52-a198-0464885337f7" providerId="AD" clId="Web-{E8E11D35-084B-6433-D726-908B9CA50D3C}" dt="2025-12-09T03:28:35.037" v="3"/>
            <ac:spMkLst>
              <pc:docMk/>
              <pc:sldMasterMk cId="444310505" sldId="2147483648"/>
              <pc:sldLayoutMk cId="4143674213" sldId="2147483652"/>
              <ac:spMk id="4" creationId="{72F50CF6-6609-9032-0D4C-2FBE6B1E788B}"/>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3238406766" sldId="2147483653"/>
          </pc:sldLayoutMkLst>
          <pc:spChg chg="mod">
            <ac:chgData name="Anima Upadhyay" userId="S::60214019@nebraska.edu::ac757c39-b656-4e52-a198-0464885337f7" providerId="AD" clId="Web-{E8E11D35-084B-6433-D726-908B9CA50D3C}" dt="2025-12-09T03:28:35.037" v="3"/>
            <ac:spMkLst>
              <pc:docMk/>
              <pc:sldMasterMk cId="444310505" sldId="2147483648"/>
              <pc:sldLayoutMk cId="3238406766" sldId="2147483653"/>
              <ac:spMk id="2" creationId="{69A87DB2-25EC-E14A-CD5F-C2724446943F}"/>
            </ac:spMkLst>
          </pc:spChg>
          <pc:spChg chg="mod">
            <ac:chgData name="Anima Upadhyay" userId="S::60214019@nebraska.edu::ac757c39-b656-4e52-a198-0464885337f7" providerId="AD" clId="Web-{E8E11D35-084B-6433-D726-908B9CA50D3C}" dt="2025-12-09T03:28:35.037" v="3"/>
            <ac:spMkLst>
              <pc:docMk/>
              <pc:sldMasterMk cId="444310505" sldId="2147483648"/>
              <pc:sldLayoutMk cId="3238406766" sldId="2147483653"/>
              <ac:spMk id="3" creationId="{8684E8C2-6506-2EC5-EB86-19DA3BFB7737}"/>
            </ac:spMkLst>
          </pc:spChg>
          <pc:spChg chg="mod">
            <ac:chgData name="Anima Upadhyay" userId="S::60214019@nebraska.edu::ac757c39-b656-4e52-a198-0464885337f7" providerId="AD" clId="Web-{E8E11D35-084B-6433-D726-908B9CA50D3C}" dt="2025-12-09T03:28:35.037" v="3"/>
            <ac:spMkLst>
              <pc:docMk/>
              <pc:sldMasterMk cId="444310505" sldId="2147483648"/>
              <pc:sldLayoutMk cId="3238406766" sldId="2147483653"/>
              <ac:spMk id="4" creationId="{287D138E-CD60-8245-C582-2763F93F755E}"/>
            </ac:spMkLst>
          </pc:spChg>
          <pc:spChg chg="mod">
            <ac:chgData name="Anima Upadhyay" userId="S::60214019@nebraska.edu::ac757c39-b656-4e52-a198-0464885337f7" providerId="AD" clId="Web-{E8E11D35-084B-6433-D726-908B9CA50D3C}" dt="2025-12-09T03:28:35.037" v="3"/>
            <ac:spMkLst>
              <pc:docMk/>
              <pc:sldMasterMk cId="444310505" sldId="2147483648"/>
              <pc:sldLayoutMk cId="3238406766" sldId="2147483653"/>
              <ac:spMk id="5" creationId="{1B26D728-7473-791C-A64F-68F20CDB8CB3}"/>
            </ac:spMkLst>
          </pc:spChg>
          <pc:spChg chg="mod">
            <ac:chgData name="Anima Upadhyay" userId="S::60214019@nebraska.edu::ac757c39-b656-4e52-a198-0464885337f7" providerId="AD" clId="Web-{E8E11D35-084B-6433-D726-908B9CA50D3C}" dt="2025-12-09T03:28:35.037" v="3"/>
            <ac:spMkLst>
              <pc:docMk/>
              <pc:sldMasterMk cId="444310505" sldId="2147483648"/>
              <pc:sldLayoutMk cId="3238406766" sldId="2147483653"/>
              <ac:spMk id="6" creationId="{57E7216B-7B04-8FA4-A688-CCD762199C15}"/>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3735904376" sldId="2147483656"/>
          </pc:sldLayoutMkLst>
          <pc:spChg chg="mod">
            <ac:chgData name="Anima Upadhyay" userId="S::60214019@nebraska.edu::ac757c39-b656-4e52-a198-0464885337f7" providerId="AD" clId="Web-{E8E11D35-084B-6433-D726-908B9CA50D3C}" dt="2025-12-09T03:28:35.037" v="3"/>
            <ac:spMkLst>
              <pc:docMk/>
              <pc:sldMasterMk cId="444310505" sldId="2147483648"/>
              <pc:sldLayoutMk cId="3735904376" sldId="2147483656"/>
              <ac:spMk id="2" creationId="{6ECD1DDD-9D34-BE32-D9A7-EC48653F62EB}"/>
            </ac:spMkLst>
          </pc:spChg>
          <pc:spChg chg="mod">
            <ac:chgData name="Anima Upadhyay" userId="S::60214019@nebraska.edu::ac757c39-b656-4e52-a198-0464885337f7" providerId="AD" clId="Web-{E8E11D35-084B-6433-D726-908B9CA50D3C}" dt="2025-12-09T03:28:35.037" v="3"/>
            <ac:spMkLst>
              <pc:docMk/>
              <pc:sldMasterMk cId="444310505" sldId="2147483648"/>
              <pc:sldLayoutMk cId="3735904376" sldId="2147483656"/>
              <ac:spMk id="3" creationId="{5C7DDCCD-F44D-D7A2-05E7-02D2B95FBEA8}"/>
            </ac:spMkLst>
          </pc:spChg>
          <pc:spChg chg="mod">
            <ac:chgData name="Anima Upadhyay" userId="S::60214019@nebraska.edu::ac757c39-b656-4e52-a198-0464885337f7" providerId="AD" clId="Web-{E8E11D35-084B-6433-D726-908B9CA50D3C}" dt="2025-12-09T03:28:35.037" v="3"/>
            <ac:spMkLst>
              <pc:docMk/>
              <pc:sldMasterMk cId="444310505" sldId="2147483648"/>
              <pc:sldLayoutMk cId="3735904376" sldId="2147483656"/>
              <ac:spMk id="4" creationId="{75B89193-A96D-6AC7-370F-978E689E364C}"/>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2751497299" sldId="2147483657"/>
          </pc:sldLayoutMkLst>
          <pc:spChg chg="mod">
            <ac:chgData name="Anima Upadhyay" userId="S::60214019@nebraska.edu::ac757c39-b656-4e52-a198-0464885337f7" providerId="AD" clId="Web-{E8E11D35-084B-6433-D726-908B9CA50D3C}" dt="2025-12-09T03:28:35.037" v="3"/>
            <ac:spMkLst>
              <pc:docMk/>
              <pc:sldMasterMk cId="444310505" sldId="2147483648"/>
              <pc:sldLayoutMk cId="2751497299" sldId="2147483657"/>
              <ac:spMk id="2" creationId="{16D771D8-1391-9FFD-EB37-83E1AF3E30C9}"/>
            </ac:spMkLst>
          </pc:spChg>
          <pc:spChg chg="mod">
            <ac:chgData name="Anima Upadhyay" userId="S::60214019@nebraska.edu::ac757c39-b656-4e52-a198-0464885337f7" providerId="AD" clId="Web-{E8E11D35-084B-6433-D726-908B9CA50D3C}" dt="2025-12-09T03:28:35.037" v="3"/>
            <ac:spMkLst>
              <pc:docMk/>
              <pc:sldMasterMk cId="444310505" sldId="2147483648"/>
              <pc:sldLayoutMk cId="2751497299" sldId="2147483657"/>
              <ac:spMk id="3" creationId="{15FDA14F-7A0B-3EF6-CAAC-EC9B0FDE8A27}"/>
            </ac:spMkLst>
          </pc:spChg>
          <pc:spChg chg="mod">
            <ac:chgData name="Anima Upadhyay" userId="S::60214019@nebraska.edu::ac757c39-b656-4e52-a198-0464885337f7" providerId="AD" clId="Web-{E8E11D35-084B-6433-D726-908B9CA50D3C}" dt="2025-12-09T03:28:35.037" v="3"/>
            <ac:spMkLst>
              <pc:docMk/>
              <pc:sldMasterMk cId="444310505" sldId="2147483648"/>
              <pc:sldLayoutMk cId="2751497299" sldId="2147483657"/>
              <ac:spMk id="4" creationId="{FC3BE76F-32FB-BF53-8F3B-D830FF3DD301}"/>
            </ac:spMkLst>
          </pc:spChg>
        </pc:sldLayoutChg>
        <pc:sldLayoutChg chg="modSp">
          <pc:chgData name="Anima Upadhyay" userId="S::60214019@nebraska.edu::ac757c39-b656-4e52-a198-0464885337f7" providerId="AD" clId="Web-{E8E11D35-084B-6433-D726-908B9CA50D3C}" dt="2025-12-09T03:28:35.037" v="3"/>
          <pc:sldLayoutMkLst>
            <pc:docMk/>
            <pc:sldMasterMk cId="444310505" sldId="2147483648"/>
            <pc:sldLayoutMk cId="186240348" sldId="2147483659"/>
          </pc:sldLayoutMkLst>
          <pc:spChg chg="mod">
            <ac:chgData name="Anima Upadhyay" userId="S::60214019@nebraska.edu::ac757c39-b656-4e52-a198-0464885337f7" providerId="AD" clId="Web-{E8E11D35-084B-6433-D726-908B9CA50D3C}" dt="2025-12-09T03:28:35.037" v="3"/>
            <ac:spMkLst>
              <pc:docMk/>
              <pc:sldMasterMk cId="444310505" sldId="2147483648"/>
              <pc:sldLayoutMk cId="186240348" sldId="2147483659"/>
              <ac:spMk id="2" creationId="{8EF71FC5-5E0C-03AD-9749-4ADF61C33C55}"/>
            </ac:spMkLst>
          </pc:spChg>
          <pc:spChg chg="mod">
            <ac:chgData name="Anima Upadhyay" userId="S::60214019@nebraska.edu::ac757c39-b656-4e52-a198-0464885337f7" providerId="AD" clId="Web-{E8E11D35-084B-6433-D726-908B9CA50D3C}" dt="2025-12-09T03:28:35.037" v="3"/>
            <ac:spMkLst>
              <pc:docMk/>
              <pc:sldMasterMk cId="444310505" sldId="2147483648"/>
              <pc:sldLayoutMk cId="186240348" sldId="2147483659"/>
              <ac:spMk id="3" creationId="{AAF8F5C0-B0FF-21B5-70F5-A5BAA6E8786C}"/>
            </ac:spMkLst>
          </pc:spChg>
        </pc:sldLayoutChg>
      </pc:sldMasterChg>
    </pc:docChg>
  </pc:docChgLst>
  <pc:docChgLst>
    <pc:chgData name="Alyssa Miller" userId="S::36834353@nebraska.edu::2c559746-920f-4ec3-8a54-d5619f3b1bd4" providerId="AD" clId="Web-{38945FDE-5287-68A1-FF65-93EDA5BDBB96}"/>
    <pc:docChg chg="addSld modSld">
      <pc:chgData name="Alyssa Miller" userId="S::36834353@nebraska.edu::2c559746-920f-4ec3-8a54-d5619f3b1bd4" providerId="AD" clId="Web-{38945FDE-5287-68A1-FF65-93EDA5BDBB96}" dt="2025-12-10T01:06:24.393" v="127" actId="1076"/>
      <pc:docMkLst>
        <pc:docMk/>
      </pc:docMkLst>
      <pc:sldChg chg="addSp modSp modCm">
        <pc:chgData name="Alyssa Miller" userId="S::36834353@nebraska.edu::2c559746-920f-4ec3-8a54-d5619f3b1bd4" providerId="AD" clId="Web-{38945FDE-5287-68A1-FF65-93EDA5BDBB96}" dt="2025-12-10T01:03:48.835" v="124" actId="1076"/>
        <pc:sldMkLst>
          <pc:docMk/>
          <pc:sldMk cId="3137682819" sldId="256"/>
        </pc:sldMkLst>
        <pc:spChg chg="mod">
          <ac:chgData name="Alyssa Miller" userId="S::36834353@nebraska.edu::2c559746-920f-4ec3-8a54-d5619f3b1bd4" providerId="AD" clId="Web-{38945FDE-5287-68A1-FF65-93EDA5BDBB96}" dt="2025-12-10T00:56:12.715" v="85" actId="1076"/>
          <ac:spMkLst>
            <pc:docMk/>
            <pc:sldMk cId="3137682819" sldId="256"/>
            <ac:spMk id="3" creationId="{70F3554A-1A6D-CFF5-1ABF-78EC1DA71F71}"/>
          </ac:spMkLst>
        </pc:spChg>
        <pc:spChg chg="mod">
          <ac:chgData name="Alyssa Miller" userId="S::36834353@nebraska.edu::2c559746-920f-4ec3-8a54-d5619f3b1bd4" providerId="AD" clId="Web-{38945FDE-5287-68A1-FF65-93EDA5BDBB96}" dt="2025-12-10T01:03:47.256" v="123" actId="1076"/>
          <ac:spMkLst>
            <pc:docMk/>
            <pc:sldMk cId="3137682819" sldId="256"/>
            <ac:spMk id="4" creationId="{4772BC5B-D8E3-A849-8F4D-26D61513A1D6}"/>
          </ac:spMkLst>
        </pc:spChg>
        <pc:spChg chg="add mod">
          <ac:chgData name="Alyssa Miller" userId="S::36834353@nebraska.edu::2c559746-920f-4ec3-8a54-d5619f3b1bd4" providerId="AD" clId="Web-{38945FDE-5287-68A1-FF65-93EDA5BDBB96}" dt="2025-12-10T00:56:22.231" v="88" actId="1076"/>
          <ac:spMkLst>
            <pc:docMk/>
            <pc:sldMk cId="3137682819" sldId="256"/>
            <ac:spMk id="5" creationId="{741077CA-F7EA-7255-C6A4-3A137495D190}"/>
          </ac:spMkLst>
        </pc:spChg>
        <pc:spChg chg="add mod">
          <ac:chgData name="Alyssa Miller" userId="S::36834353@nebraska.edu::2c559746-920f-4ec3-8a54-d5619f3b1bd4" providerId="AD" clId="Web-{38945FDE-5287-68A1-FF65-93EDA5BDBB96}" dt="2025-12-10T01:03:48.835" v="124" actId="1076"/>
          <ac:spMkLst>
            <pc:docMk/>
            <pc:sldMk cId="3137682819" sldId="256"/>
            <ac:spMk id="6" creationId="{6CAAEB72-B0AF-1855-AE44-2BD9840C0F76}"/>
          </ac:spMkLst>
        </pc:spChg>
        <pc:spChg chg="mod">
          <ac:chgData name="Alyssa Miller" userId="S::36834353@nebraska.edu::2c559746-920f-4ec3-8a54-d5619f3b1bd4" providerId="AD" clId="Web-{38945FDE-5287-68A1-FF65-93EDA5BDBB96}" dt="2025-12-10T00:57:20.372" v="96" actId="1076"/>
          <ac:spMkLst>
            <pc:docMk/>
            <pc:sldMk cId="3137682819" sldId="256"/>
            <ac:spMk id="9" creationId="{35DBA0C5-5781-9284-800C-DD4E35BDBFC7}"/>
          </ac:spMkLst>
        </pc:spChg>
        <pc:spChg chg="mod">
          <ac:chgData name="Alyssa Miller" userId="S::36834353@nebraska.edu::2c559746-920f-4ec3-8a54-d5619f3b1bd4" providerId="AD" clId="Web-{38945FDE-5287-68A1-FF65-93EDA5BDBB96}" dt="2025-12-10T00:59:13.202" v="117" actId="14100"/>
          <ac:spMkLst>
            <pc:docMk/>
            <pc:sldMk cId="3137682819" sldId="256"/>
            <ac:spMk id="23" creationId="{F88CF0FB-A215-8155-F3CD-C8E61F5A0BE1}"/>
          </ac:spMkLst>
        </pc:spChg>
        <pc:spChg chg="mod">
          <ac:chgData name="Alyssa Miller" userId="S::36834353@nebraska.edu::2c559746-920f-4ec3-8a54-d5619f3b1bd4" providerId="AD" clId="Web-{38945FDE-5287-68A1-FF65-93EDA5BDBB96}" dt="2025-12-10T00:57:26.263" v="97" actId="1076"/>
          <ac:spMkLst>
            <pc:docMk/>
            <pc:sldMk cId="3137682819" sldId="256"/>
            <ac:spMk id="25" creationId="{C6C9C228-FFFA-6FE5-46A7-2D7482BF2A3E}"/>
          </ac:spMkLst>
        </pc:spChg>
        <pc:spChg chg="mod">
          <ac:chgData name="Alyssa Miller" userId="S::36834353@nebraska.edu::2c559746-920f-4ec3-8a54-d5619f3b1bd4" providerId="AD" clId="Web-{38945FDE-5287-68A1-FF65-93EDA5BDBB96}" dt="2025-12-10T01:00:35.078" v="120"/>
          <ac:spMkLst>
            <pc:docMk/>
            <pc:sldMk cId="3137682819" sldId="256"/>
            <ac:spMk id="29" creationId="{B748561D-05D6-3B18-294F-A58B891BBB06}"/>
          </ac:spMkLst>
        </pc:spChg>
        <pc:picChg chg="mod">
          <ac:chgData name="Alyssa Miller" userId="S::36834353@nebraska.edu::2c559746-920f-4ec3-8a54-d5619f3b1bd4" providerId="AD" clId="Web-{38945FDE-5287-68A1-FF65-93EDA5BDBB96}" dt="2025-12-10T00:56:17.621" v="87" actId="14100"/>
          <ac:picMkLst>
            <pc:docMk/>
            <pc:sldMk cId="3137682819" sldId="256"/>
            <ac:picMk id="2" creationId="{BA809230-505C-55BC-BAFC-C0A19EBF98C4}"/>
          </ac:picMkLst>
        </pc:picChg>
        <pc:extLst>
          <p:ext xmlns:p="http://schemas.openxmlformats.org/presentationml/2006/main" uri="{D6D511B9-2390-475A-947B-AFAB55BFBCF1}">
            <pc226:cmChg xmlns:pc226="http://schemas.microsoft.com/office/powerpoint/2022/06/main/command" chg="mod">
              <pc226:chgData name="Alyssa Miller" userId="S::36834353@nebraska.edu::2c559746-920f-4ec3-8a54-d5619f3b1bd4" providerId="AD" clId="Web-{38945FDE-5287-68A1-FF65-93EDA5BDBB96}" dt="2025-12-10T00:57:47.763" v="100" actId="20577"/>
              <pc2:cmMkLst xmlns:pc2="http://schemas.microsoft.com/office/powerpoint/2019/9/main/command">
                <pc:docMk/>
                <pc:sldMk cId="3137682819" sldId="256"/>
                <pc2:cmMk id="{9D398B0A-9111-403D-B9B0-9183DB5998D0}"/>
              </pc2:cmMkLst>
            </pc226:cmChg>
            <pc226:cmChg xmlns:pc226="http://schemas.microsoft.com/office/powerpoint/2022/06/main/command" chg="mod">
              <pc226:chgData name="Alyssa Miller" userId="S::36834353@nebraska.edu::2c559746-920f-4ec3-8a54-d5619f3b1bd4" providerId="AD" clId="Web-{38945FDE-5287-68A1-FF65-93EDA5BDBB96}" dt="2025-12-10T00:57:47.763" v="100" actId="20577"/>
              <pc2:cmMkLst xmlns:pc2="http://schemas.microsoft.com/office/powerpoint/2019/9/main/command">
                <pc:docMk/>
                <pc:sldMk cId="3137682819" sldId="256"/>
                <pc2:cmMk id="{EE45E51F-E735-42B9-943E-3EA13326D374}"/>
              </pc2:cmMkLst>
            </pc226:cmChg>
            <pc226:cmChg xmlns:pc226="http://schemas.microsoft.com/office/powerpoint/2022/06/main/command" chg="mod">
              <pc226:chgData name="Alyssa Miller" userId="S::36834353@nebraska.edu::2c559746-920f-4ec3-8a54-d5619f3b1bd4" providerId="AD" clId="Web-{38945FDE-5287-68A1-FF65-93EDA5BDBB96}" dt="2025-12-10T00:57:47.763" v="100" actId="20577"/>
              <pc2:cmMkLst xmlns:pc2="http://schemas.microsoft.com/office/powerpoint/2019/9/main/command">
                <pc:docMk/>
                <pc:sldMk cId="3137682819" sldId="256"/>
                <pc2:cmMk id="{26BF56C3-E118-4E44-BBFD-7953A2AAF745}"/>
              </pc2:cmMkLst>
            </pc226:cmChg>
            <pc226:cmChg xmlns:pc226="http://schemas.microsoft.com/office/powerpoint/2022/06/main/command" chg="mod">
              <pc226:chgData name="Alyssa Miller" userId="S::36834353@nebraska.edu::2c559746-920f-4ec3-8a54-d5619f3b1bd4" providerId="AD" clId="Web-{38945FDE-5287-68A1-FF65-93EDA5BDBB96}" dt="2025-12-10T00:57:47.763" v="100" actId="20577"/>
              <pc2:cmMkLst xmlns:pc2="http://schemas.microsoft.com/office/powerpoint/2019/9/main/command">
                <pc:docMk/>
                <pc:sldMk cId="3137682819" sldId="256"/>
                <pc2:cmMk id="{5F8632D0-06A9-45EA-AF85-A96B5A97CFE8}"/>
              </pc2:cmMkLst>
            </pc226:cmChg>
          </p:ext>
        </pc:extLst>
      </pc:sldChg>
      <pc:sldChg chg="modSp add replId">
        <pc:chgData name="Alyssa Miller" userId="S::36834353@nebraska.edu::2c559746-920f-4ec3-8a54-d5619f3b1bd4" providerId="AD" clId="Web-{38945FDE-5287-68A1-FF65-93EDA5BDBB96}" dt="2025-12-10T01:06:24.393" v="127" actId="1076"/>
        <pc:sldMkLst>
          <pc:docMk/>
          <pc:sldMk cId="3736229863" sldId="257"/>
        </pc:sldMkLst>
        <pc:spChg chg="mod">
          <ac:chgData name="Alyssa Miller" userId="S::36834353@nebraska.edu::2c559746-920f-4ec3-8a54-d5619f3b1bd4" providerId="AD" clId="Web-{38945FDE-5287-68A1-FF65-93EDA5BDBB96}" dt="2025-12-10T01:06:23.003" v="126" actId="1076"/>
          <ac:spMkLst>
            <pc:docMk/>
            <pc:sldMk cId="3736229863" sldId="257"/>
            <ac:spMk id="4" creationId="{8D672788-8CA1-6AFE-A95A-656F18778061}"/>
          </ac:spMkLst>
        </pc:spChg>
        <pc:spChg chg="mod">
          <ac:chgData name="Alyssa Miller" userId="S::36834353@nebraska.edu::2c559746-920f-4ec3-8a54-d5619f3b1bd4" providerId="AD" clId="Web-{38945FDE-5287-68A1-FF65-93EDA5BDBB96}" dt="2025-12-10T01:06:24.393" v="127" actId="1076"/>
          <ac:spMkLst>
            <pc:docMk/>
            <pc:sldMk cId="3736229863" sldId="257"/>
            <ac:spMk id="6" creationId="{6ED5D503-DB38-FD02-B766-2D108D083F23}"/>
          </ac:spMkLst>
        </pc:spChg>
      </pc:sldChg>
    </pc:docChg>
  </pc:docChgLst>
  <pc:docChgLst>
    <pc:chgData name="Anima Upadhyay" userId="S::60214019@nebraska.edu::ac757c39-b656-4e52-a198-0464885337f7" providerId="AD" clId="Web-{92740605-D37A-3E1B-039F-51C4FCADEDF9}"/>
    <pc:docChg chg="modSld">
      <pc:chgData name="Anima Upadhyay" userId="S::60214019@nebraska.edu::ac757c39-b656-4e52-a198-0464885337f7" providerId="AD" clId="Web-{92740605-D37A-3E1B-039F-51C4FCADEDF9}" dt="2025-12-09T16:19:28.703" v="52" actId="1076"/>
      <pc:docMkLst>
        <pc:docMk/>
      </pc:docMkLst>
      <pc:sldChg chg="addSp delSp modSp">
        <pc:chgData name="Anima Upadhyay" userId="S::60214019@nebraska.edu::ac757c39-b656-4e52-a198-0464885337f7" providerId="AD" clId="Web-{92740605-D37A-3E1B-039F-51C4FCADEDF9}" dt="2025-12-09T16:19:28.703" v="52" actId="1076"/>
        <pc:sldMkLst>
          <pc:docMk/>
          <pc:sldMk cId="3137682819" sldId="256"/>
        </pc:sldMkLst>
        <pc:spChg chg="mod">
          <ac:chgData name="Anima Upadhyay" userId="S::60214019@nebraska.edu::ac757c39-b656-4e52-a198-0464885337f7" providerId="AD" clId="Web-{92740605-D37A-3E1B-039F-51C4FCADEDF9}" dt="2025-12-09T16:18:47.218" v="45" actId="14100"/>
          <ac:spMkLst>
            <pc:docMk/>
            <pc:sldMk cId="3137682819" sldId="256"/>
            <ac:spMk id="3" creationId="{70F3554A-1A6D-CFF5-1ABF-78EC1DA71F71}"/>
          </ac:spMkLst>
        </pc:spChg>
        <pc:spChg chg="mod">
          <ac:chgData name="Anima Upadhyay" userId="S::60214019@nebraska.edu::ac757c39-b656-4e52-a198-0464885337f7" providerId="AD" clId="Web-{92740605-D37A-3E1B-039F-51C4FCADEDF9}" dt="2025-12-09T16:15:51.639" v="13" actId="14100"/>
          <ac:spMkLst>
            <pc:docMk/>
            <pc:sldMk cId="3137682819" sldId="256"/>
            <ac:spMk id="4" creationId="{4772BC5B-D8E3-A849-8F4D-26D61513A1D6}"/>
          </ac:spMkLst>
        </pc:spChg>
        <pc:spChg chg="add del mod">
          <ac:chgData name="Anima Upadhyay" userId="S::60214019@nebraska.edu::ac757c39-b656-4e52-a198-0464885337f7" providerId="AD" clId="Web-{92740605-D37A-3E1B-039F-51C4FCADEDF9}" dt="2025-12-09T16:16:13.889" v="19"/>
          <ac:spMkLst>
            <pc:docMk/>
            <pc:sldMk cId="3137682819" sldId="256"/>
            <ac:spMk id="5" creationId="{1C75B79A-EE2E-C944-EC5F-086A2CB9FFDE}"/>
          </ac:spMkLst>
        </pc:spChg>
        <pc:spChg chg="mod">
          <ac:chgData name="Anima Upadhyay" userId="S::60214019@nebraska.edu::ac757c39-b656-4e52-a198-0464885337f7" providerId="AD" clId="Web-{92740605-D37A-3E1B-039F-51C4FCADEDF9}" dt="2025-12-09T16:18:58.093" v="47" actId="1076"/>
          <ac:spMkLst>
            <pc:docMk/>
            <pc:sldMk cId="3137682819" sldId="256"/>
            <ac:spMk id="9" creationId="{35DBA0C5-5781-9284-800C-DD4E35BDBFC7}"/>
          </ac:spMkLst>
        </pc:spChg>
        <pc:spChg chg="mod">
          <ac:chgData name="Anima Upadhyay" userId="S::60214019@nebraska.edu::ac757c39-b656-4e52-a198-0464885337f7" providerId="AD" clId="Web-{92740605-D37A-3E1B-039F-51C4FCADEDF9}" dt="2025-12-09T16:19:19.500" v="50" actId="1076"/>
          <ac:spMkLst>
            <pc:docMk/>
            <pc:sldMk cId="3137682819" sldId="256"/>
            <ac:spMk id="23" creationId="{F88CF0FB-A215-8155-F3CD-C8E61F5A0BE1}"/>
          </ac:spMkLst>
        </pc:spChg>
        <pc:spChg chg="mod">
          <ac:chgData name="Anima Upadhyay" userId="S::60214019@nebraska.edu::ac757c39-b656-4e52-a198-0464885337f7" providerId="AD" clId="Web-{92740605-D37A-3E1B-039F-51C4FCADEDF9}" dt="2025-12-09T16:19:26.093" v="51" actId="14100"/>
          <ac:spMkLst>
            <pc:docMk/>
            <pc:sldMk cId="3137682819" sldId="256"/>
            <ac:spMk id="25" creationId="{C6C9C228-FFFA-6FE5-46A7-2D7482BF2A3E}"/>
          </ac:spMkLst>
        </pc:spChg>
        <pc:spChg chg="mod">
          <ac:chgData name="Anima Upadhyay" userId="S::60214019@nebraska.edu::ac757c39-b656-4e52-a198-0464885337f7" providerId="AD" clId="Web-{92740605-D37A-3E1B-039F-51C4FCADEDF9}" dt="2025-12-09T16:19:28.703" v="52" actId="1076"/>
          <ac:spMkLst>
            <pc:docMk/>
            <pc:sldMk cId="3137682819" sldId="256"/>
            <ac:spMk id="29" creationId="{B748561D-05D6-3B18-294F-A58B891BBB06}"/>
          </ac:spMkLst>
        </pc:spChg>
        <pc:picChg chg="mod">
          <ac:chgData name="Anima Upadhyay" userId="S::60214019@nebraska.edu::ac757c39-b656-4e52-a198-0464885337f7" providerId="AD" clId="Web-{92740605-D37A-3E1B-039F-51C4FCADEDF9}" dt="2025-12-09T16:19:05.171" v="48" actId="14100"/>
          <ac:picMkLst>
            <pc:docMk/>
            <pc:sldMk cId="3137682819" sldId="256"/>
            <ac:picMk id="2" creationId="{BA809230-505C-55BC-BAFC-C0A19EBF98C4}"/>
          </ac:picMkLst>
        </pc:picChg>
      </pc:sldChg>
    </pc:docChg>
  </pc:docChgLst>
  <pc:docChgLst>
    <pc:chgData name="Glen Williams" userId="S::51628718@nebraska.edu::44163648-3267-4117-b721-61c39720ba64" providerId="AD" clId="Web-{675FFC90-A267-68A1-2B5A-BD89F81E12FE}"/>
    <pc:docChg chg="mod modSld">
      <pc:chgData name="Glen Williams" userId="S::51628718@nebraska.edu::44163648-3267-4117-b721-61c39720ba64" providerId="AD" clId="Web-{675FFC90-A267-68A1-2B5A-BD89F81E12FE}" dt="2025-12-10T01:35:52.436" v="173" actId="14100"/>
      <pc:docMkLst>
        <pc:docMk/>
      </pc:docMkLst>
      <pc:sldChg chg="modSp modCm">
        <pc:chgData name="Glen Williams" userId="S::51628718@nebraska.edu::44163648-3267-4117-b721-61c39720ba64" providerId="AD" clId="Web-{675FFC90-A267-68A1-2B5A-BD89F81E12FE}" dt="2025-12-10T01:35:52.436" v="173" actId="14100"/>
        <pc:sldMkLst>
          <pc:docMk/>
          <pc:sldMk cId="3137682819" sldId="256"/>
        </pc:sldMkLst>
        <pc:spChg chg="mod">
          <ac:chgData name="Glen Williams" userId="S::51628718@nebraska.edu::44163648-3267-4117-b721-61c39720ba64" providerId="AD" clId="Web-{675FFC90-A267-68A1-2B5A-BD89F81E12FE}" dt="2025-12-10T00:59:00.063" v="16" actId="20577"/>
          <ac:spMkLst>
            <pc:docMk/>
            <pc:sldMk cId="3137682819" sldId="256"/>
            <ac:spMk id="3" creationId="{70F3554A-1A6D-CFF5-1ABF-78EC1DA71F71}"/>
          </ac:spMkLst>
        </pc:spChg>
        <pc:spChg chg="mod">
          <ac:chgData name="Glen Williams" userId="S::51628718@nebraska.edu::44163648-3267-4117-b721-61c39720ba64" providerId="AD" clId="Web-{675FFC90-A267-68A1-2B5A-BD89F81E12FE}" dt="2025-12-10T01:35:52.436" v="173" actId="14100"/>
          <ac:spMkLst>
            <pc:docMk/>
            <pc:sldMk cId="3137682819" sldId="256"/>
            <ac:spMk id="4" creationId="{4772BC5B-D8E3-A849-8F4D-26D61513A1D6}"/>
          </ac:spMkLst>
        </pc:spChg>
        <pc:spChg chg="mod">
          <ac:chgData name="Glen Williams" userId="S::51628718@nebraska.edu::44163648-3267-4117-b721-61c39720ba64" providerId="AD" clId="Web-{675FFC90-A267-68A1-2B5A-BD89F81E12FE}" dt="2025-12-10T01:19:47.869" v="119" actId="14100"/>
          <ac:spMkLst>
            <pc:docMk/>
            <pc:sldMk cId="3137682819" sldId="256"/>
            <ac:spMk id="6" creationId="{6CAAEB72-B0AF-1855-AE44-2BD9840C0F76}"/>
          </ac:spMkLst>
        </pc:spChg>
        <pc:spChg chg="mod">
          <ac:chgData name="Glen Williams" userId="S::51628718@nebraska.edu::44163648-3267-4117-b721-61c39720ba64" providerId="AD" clId="Web-{675FFC90-A267-68A1-2B5A-BD89F81E12FE}" dt="2025-12-10T01:32:23.874" v="171" actId="20577"/>
          <ac:spMkLst>
            <pc:docMk/>
            <pc:sldMk cId="3137682819" sldId="256"/>
            <ac:spMk id="7" creationId="{AF42459D-3095-E965-84EC-68EA6A2910F2}"/>
          </ac:spMkLst>
        </pc:spChg>
        <pc:spChg chg="mod">
          <ac:chgData name="Glen Williams" userId="S::51628718@nebraska.edu::44163648-3267-4117-b721-61c39720ba64" providerId="AD" clId="Web-{675FFC90-A267-68A1-2B5A-BD89F81E12FE}" dt="2025-12-10T01:21:52.901" v="141" actId="1076"/>
          <ac:spMkLst>
            <pc:docMk/>
            <pc:sldMk cId="3137682819" sldId="256"/>
            <ac:spMk id="9" creationId="{35DBA0C5-5781-9284-800C-DD4E35BDBFC7}"/>
          </ac:spMkLst>
        </pc:spChg>
        <pc:spChg chg="mod">
          <ac:chgData name="Glen Williams" userId="S::51628718@nebraska.edu::44163648-3267-4117-b721-61c39720ba64" providerId="AD" clId="Web-{675FFC90-A267-68A1-2B5A-BD89F81E12FE}" dt="2025-12-10T01:30:44.217" v="156" actId="1076"/>
          <ac:spMkLst>
            <pc:docMk/>
            <pc:sldMk cId="3137682819" sldId="256"/>
            <ac:spMk id="10" creationId="{9F6BCE4A-6863-F79D-9DAA-9F3546D23EEB}"/>
          </ac:spMkLst>
        </pc:spChg>
        <pc:spChg chg="mod">
          <ac:chgData name="Glen Williams" userId="S::51628718@nebraska.edu::44163648-3267-4117-b721-61c39720ba64" providerId="AD" clId="Web-{675FFC90-A267-68A1-2B5A-BD89F81E12FE}" dt="2025-12-10T01:20:20.572" v="124" actId="14100"/>
          <ac:spMkLst>
            <pc:docMk/>
            <pc:sldMk cId="3137682819" sldId="256"/>
            <ac:spMk id="23" creationId="{F88CF0FB-A215-8155-F3CD-C8E61F5A0BE1}"/>
          </ac:spMkLst>
        </pc:spChg>
        <pc:spChg chg="mod">
          <ac:chgData name="Glen Williams" userId="S::51628718@nebraska.edu::44163648-3267-4117-b721-61c39720ba64" providerId="AD" clId="Web-{675FFC90-A267-68A1-2B5A-BD89F81E12FE}" dt="2025-12-10T01:20:24.104" v="125" actId="14100"/>
          <ac:spMkLst>
            <pc:docMk/>
            <pc:sldMk cId="3137682819" sldId="256"/>
            <ac:spMk id="25" creationId="{C6C9C228-FFFA-6FE5-46A7-2D7482BF2A3E}"/>
          </ac:spMkLst>
        </pc:spChg>
        <pc:spChg chg="mod">
          <ac:chgData name="Glen Williams" userId="S::51628718@nebraska.edu::44163648-3267-4117-b721-61c39720ba64" providerId="AD" clId="Web-{675FFC90-A267-68A1-2B5A-BD89F81E12FE}" dt="2025-12-10T01:30:49.764" v="157" actId="1076"/>
          <ac:spMkLst>
            <pc:docMk/>
            <pc:sldMk cId="3137682819" sldId="256"/>
            <ac:spMk id="29" creationId="{B748561D-05D6-3B18-294F-A58B891BBB06}"/>
          </ac:spMkLst>
        </pc:spChg>
        <pc:picChg chg="mod">
          <ac:chgData name="Glen Williams" userId="S::51628718@nebraska.edu::44163648-3267-4117-b721-61c39720ba64" providerId="AD" clId="Web-{675FFC90-A267-68A1-2B5A-BD89F81E12FE}" dt="2025-12-09T23:22:54.586" v="15" actId="14100"/>
          <ac:picMkLst>
            <pc:docMk/>
            <pc:sldMk cId="3137682819" sldId="256"/>
            <ac:picMk id="2" creationId="{BA809230-505C-55BC-BAFC-C0A19EBF98C4}"/>
          </ac:picMkLst>
        </pc:picChg>
        <pc:extLst>
          <p:ext xmlns:p="http://schemas.openxmlformats.org/presentationml/2006/main" uri="{D6D511B9-2390-475A-947B-AFAB55BFBCF1}">
            <pc226:cmChg xmlns:pc226="http://schemas.microsoft.com/office/powerpoint/2022/06/main/command" chg="mod">
              <pc226:chgData name="Glen Williams" userId="S::51628718@nebraska.edu::44163648-3267-4117-b721-61c39720ba64" providerId="AD" clId="Web-{675FFC90-A267-68A1-2B5A-BD89F81E12FE}" dt="2025-12-10T01:24:53.605" v="151" actId="20577"/>
              <pc2:cmMkLst xmlns:pc2="http://schemas.microsoft.com/office/powerpoint/2019/9/main/command">
                <pc:docMk/>
                <pc:sldMk cId="3137682819" sldId="256"/>
                <pc2:cmMk id="{9D398B0A-9111-403D-B9B0-9183DB5998D0}"/>
              </pc2:cmMkLst>
            </pc226:cmChg>
            <pc226:cmChg xmlns:pc226="http://schemas.microsoft.com/office/powerpoint/2022/06/main/command" chg="mod">
              <pc226:chgData name="Glen Williams" userId="S::51628718@nebraska.edu::44163648-3267-4117-b721-61c39720ba64" providerId="AD" clId="Web-{675FFC90-A267-68A1-2B5A-BD89F81E12FE}" dt="2025-12-10T01:32:23.874" v="171" actId="20577"/>
              <pc2:cmMkLst xmlns:pc2="http://schemas.microsoft.com/office/powerpoint/2019/9/main/command">
                <pc:docMk/>
                <pc:sldMk cId="3137682819" sldId="256"/>
                <pc2:cmMk id="{DA154F2F-395D-45BB-B6B0-904E164F9BDE}"/>
              </pc2:cmMkLst>
            </pc226:cmChg>
            <pc226:cmChg xmlns:pc226="http://schemas.microsoft.com/office/powerpoint/2022/06/main/command" chg="mod">
              <pc226:chgData name="Glen Williams" userId="S::51628718@nebraska.edu::44163648-3267-4117-b721-61c39720ba64" providerId="AD" clId="Web-{675FFC90-A267-68A1-2B5A-BD89F81E12FE}" dt="2025-12-10T01:25:12.261" v="153" actId="20577"/>
              <pc2:cmMkLst xmlns:pc2="http://schemas.microsoft.com/office/powerpoint/2019/9/main/command">
                <pc:docMk/>
                <pc:sldMk cId="3137682819" sldId="256"/>
                <pc2:cmMk id="{3139EE51-0850-48DE-9EDD-98011D1AA106}"/>
              </pc2:cmMkLst>
            </pc226:cmChg>
            <pc226:cmChg xmlns:pc226="http://schemas.microsoft.com/office/powerpoint/2022/06/main/command" chg="mod">
              <pc226:chgData name="Glen Williams" userId="S::51628718@nebraska.edu::44163648-3267-4117-b721-61c39720ba64" providerId="AD" clId="Web-{675FFC90-A267-68A1-2B5A-BD89F81E12FE}" dt="2025-12-10T01:13:20.301" v="115" actId="20577"/>
              <pc2:cmMkLst xmlns:pc2="http://schemas.microsoft.com/office/powerpoint/2019/9/main/command">
                <pc:docMk/>
                <pc:sldMk cId="3137682819" sldId="256"/>
                <pc2:cmMk id="{26BF56C3-E118-4E44-BBFD-7953A2AAF745}"/>
              </pc2:cmMkLst>
            </pc226:cmChg>
            <pc226:cmChg xmlns:pc226="http://schemas.microsoft.com/office/powerpoint/2022/06/main/command" chg="mod">
              <pc226:chgData name="Glen Williams" userId="S::51628718@nebraska.edu::44163648-3267-4117-b721-61c39720ba64" providerId="AD" clId="Web-{675FFC90-A267-68A1-2B5A-BD89F81E12FE}" dt="2025-12-10T01:13:20.301" v="115" actId="20577"/>
              <pc2:cmMkLst xmlns:pc2="http://schemas.microsoft.com/office/powerpoint/2019/9/main/command">
                <pc:docMk/>
                <pc:sldMk cId="3137682819" sldId="256"/>
                <pc2:cmMk id="{5F8632D0-06A9-45EA-AF85-A96B5A97CFE8}"/>
              </pc2:cmMkLst>
            </pc226:cmChg>
            <pc226:cmChg xmlns:pc226="http://schemas.microsoft.com/office/powerpoint/2022/06/main/command" chg="mod">
              <pc226:chgData name="Glen Williams" userId="S::51628718@nebraska.edu::44163648-3267-4117-b721-61c39720ba64" providerId="AD" clId="Web-{675FFC90-A267-68A1-2B5A-BD89F81E12FE}" dt="2025-12-10T01:32:23.874" v="171" actId="20577"/>
              <pc2:cmMkLst xmlns:pc2="http://schemas.microsoft.com/office/powerpoint/2019/9/main/command">
                <pc:docMk/>
                <pc:sldMk cId="3137682819" sldId="256"/>
                <pc2:cmMk id="{53A880ED-055A-45DB-A489-A5E5F21354B6}"/>
              </pc2:cmMkLst>
            </pc226:cmChg>
          </p:ext>
        </pc:extLst>
      </pc:sldChg>
    </pc:docChg>
  </pc:docChgLst>
  <pc:docChgLst>
    <pc:chgData name="Anima Upadhyay" userId="S::60214019@nebraska.edu::ac757c39-b656-4e52-a198-0464885337f7" providerId="AD" clId="Web-{B8C892C2-197D-6028-F38E-A02EBE9E74B8}"/>
    <pc:docChg chg="mod modSld">
      <pc:chgData name="Anima Upadhyay" userId="S::60214019@nebraska.edu::ac757c39-b656-4e52-a198-0464885337f7" providerId="AD" clId="Web-{B8C892C2-197D-6028-F38E-A02EBE9E74B8}" dt="2025-12-10T00:12:31.616" v="80" actId="1076"/>
      <pc:docMkLst>
        <pc:docMk/>
      </pc:docMkLst>
      <pc:sldChg chg="modSp modCm">
        <pc:chgData name="Anima Upadhyay" userId="S::60214019@nebraska.edu::ac757c39-b656-4e52-a198-0464885337f7" providerId="AD" clId="Web-{B8C892C2-197D-6028-F38E-A02EBE9E74B8}" dt="2025-12-10T00:12:31.616" v="80" actId="1076"/>
        <pc:sldMkLst>
          <pc:docMk/>
          <pc:sldMk cId="3137682819" sldId="256"/>
        </pc:sldMkLst>
        <pc:spChg chg="mod">
          <ac:chgData name="Anima Upadhyay" userId="S::60214019@nebraska.edu::ac757c39-b656-4e52-a198-0464885337f7" providerId="AD" clId="Web-{B8C892C2-197D-6028-F38E-A02EBE9E74B8}" dt="2025-12-10T00:12:13.272" v="76" actId="1076"/>
          <ac:spMkLst>
            <pc:docMk/>
            <pc:sldMk cId="3137682819" sldId="256"/>
            <ac:spMk id="4" creationId="{4772BC5B-D8E3-A849-8F4D-26D61513A1D6}"/>
          </ac:spMkLst>
        </pc:spChg>
        <pc:spChg chg="mod">
          <ac:chgData name="Anima Upadhyay" userId="S::60214019@nebraska.edu::ac757c39-b656-4e52-a198-0464885337f7" providerId="AD" clId="Web-{B8C892C2-197D-6028-F38E-A02EBE9E74B8}" dt="2025-12-10T00:12:31.616" v="80" actId="1076"/>
          <ac:spMkLst>
            <pc:docMk/>
            <pc:sldMk cId="3137682819" sldId="256"/>
            <ac:spMk id="23" creationId="{F88CF0FB-A215-8155-F3CD-C8E61F5A0BE1}"/>
          </ac:spMkLst>
        </pc:spChg>
        <pc:spChg chg="mod">
          <ac:chgData name="Anima Upadhyay" userId="S::60214019@nebraska.edu::ac757c39-b656-4e52-a198-0464885337f7" providerId="AD" clId="Web-{B8C892C2-197D-6028-F38E-A02EBE9E74B8}" dt="2025-12-10T00:12:27.241" v="79" actId="1076"/>
          <ac:spMkLst>
            <pc:docMk/>
            <pc:sldMk cId="3137682819" sldId="256"/>
            <ac:spMk id="25" creationId="{C6C9C228-FFFA-6FE5-46A7-2D7482BF2A3E}"/>
          </ac:spMkLst>
        </pc:spChg>
        <pc:spChg chg="mod">
          <ac:chgData name="Anima Upadhyay" userId="S::60214019@nebraska.edu::ac757c39-b656-4e52-a198-0464885337f7" providerId="AD" clId="Web-{B8C892C2-197D-6028-F38E-A02EBE9E74B8}" dt="2025-12-10T00:12:15.928" v="77" actId="1076"/>
          <ac:spMkLst>
            <pc:docMk/>
            <pc:sldMk cId="3137682819" sldId="256"/>
            <ac:spMk id="29" creationId="{B748561D-05D6-3B18-294F-A58B891BBB06}"/>
          </ac:spMkLst>
        </pc:spChg>
        <pc:extLst>
          <p:ext xmlns:p="http://schemas.openxmlformats.org/presentationml/2006/main" uri="{D6D511B9-2390-475A-947B-AFAB55BFBCF1}">
            <pc226:cmChg xmlns:pc226="http://schemas.microsoft.com/office/powerpoint/2022/06/main/command" chg="mod">
              <pc226:chgData name="Anima Upadhyay" userId="S::60214019@nebraska.edu::ac757c39-b656-4e52-a198-0464885337f7" providerId="AD" clId="Web-{B8C892C2-197D-6028-F38E-A02EBE9E74B8}" dt="2025-12-10T00:09:56.256" v="73" actId="20577"/>
              <pc2:cmMkLst xmlns:pc2="http://schemas.microsoft.com/office/powerpoint/2019/9/main/command">
                <pc:docMk/>
                <pc:sldMk cId="3137682819" sldId="256"/>
                <pc2:cmMk id="{9D398B0A-9111-403D-B9B0-9183DB5998D0}"/>
              </pc2:cmMkLst>
            </pc226:cmChg>
            <pc226:cmChg xmlns:pc226="http://schemas.microsoft.com/office/powerpoint/2022/06/main/command" chg="mod">
              <pc226:chgData name="Anima Upadhyay" userId="S::60214019@nebraska.edu::ac757c39-b656-4e52-a198-0464885337f7" providerId="AD" clId="Web-{B8C892C2-197D-6028-F38E-A02EBE9E74B8}" dt="2025-12-10T00:09:56.256" v="73" actId="20577"/>
              <pc2:cmMkLst xmlns:pc2="http://schemas.microsoft.com/office/powerpoint/2019/9/main/command">
                <pc:docMk/>
                <pc:sldMk cId="3137682819" sldId="256"/>
                <pc2:cmMk id="{EE45E51F-E735-42B9-943E-3EA13326D374}"/>
              </pc2:cmMkLst>
            </pc226:cmChg>
            <pc226:cmChg xmlns:pc226="http://schemas.microsoft.com/office/powerpoint/2022/06/main/command" chg="mod">
              <pc226:chgData name="Anima Upadhyay" userId="S::60214019@nebraska.edu::ac757c39-b656-4e52-a198-0464885337f7" providerId="AD" clId="Web-{B8C892C2-197D-6028-F38E-A02EBE9E74B8}" dt="2025-12-10T00:09:56.256" v="73" actId="20577"/>
              <pc2:cmMkLst xmlns:pc2="http://schemas.microsoft.com/office/powerpoint/2019/9/main/command">
                <pc:docMk/>
                <pc:sldMk cId="3137682819" sldId="256"/>
                <pc2:cmMk id="{26BF56C3-E118-4E44-BBFD-7953A2AAF745}"/>
              </pc2:cmMkLst>
            </pc226:cmChg>
            <pc226:cmChg xmlns:pc226="http://schemas.microsoft.com/office/powerpoint/2022/06/main/command" chg="mod">
              <pc226:chgData name="Anima Upadhyay" userId="S::60214019@nebraska.edu::ac757c39-b656-4e52-a198-0464885337f7" providerId="AD" clId="Web-{B8C892C2-197D-6028-F38E-A02EBE9E74B8}" dt="2025-12-10T00:09:56.256" v="73" actId="20577"/>
              <pc2:cmMkLst xmlns:pc2="http://schemas.microsoft.com/office/powerpoint/2019/9/main/command">
                <pc:docMk/>
                <pc:sldMk cId="3137682819" sldId="256"/>
                <pc2:cmMk id="{5F8632D0-06A9-45EA-AF85-A96B5A97CFE8}"/>
              </pc2:cmMkLst>
            </pc226:cmChg>
          </p:ext>
        </pc:extLst>
      </pc:sldChg>
    </pc:docChg>
  </pc:docChgLst>
  <pc:docChgLst>
    <pc:chgData name="Glen Williams" userId="S::51628718@nebraska.edu::44163648-3267-4117-b721-61c39720ba64" providerId="AD" clId="Web-{BB2C246F-DDA5-3E95-B00A-FCCBD8836BA2}"/>
    <pc:docChg chg="modSld">
      <pc:chgData name="Glen Williams" userId="S::51628718@nebraska.edu::44163648-3267-4117-b721-61c39720ba64" providerId="AD" clId="Web-{BB2C246F-DDA5-3E95-B00A-FCCBD8836BA2}" dt="2025-12-09T00:42:06.120" v="287" actId="20577"/>
      <pc:docMkLst>
        <pc:docMk/>
      </pc:docMkLst>
      <pc:sldChg chg="modSp modNotes">
        <pc:chgData name="Glen Williams" userId="S::51628718@nebraska.edu::44163648-3267-4117-b721-61c39720ba64" providerId="AD" clId="Web-{BB2C246F-DDA5-3E95-B00A-FCCBD8836BA2}" dt="2025-12-09T00:42:06.120" v="287" actId="20577"/>
        <pc:sldMkLst>
          <pc:docMk/>
          <pc:sldMk cId="3137682819" sldId="256"/>
        </pc:sldMkLst>
        <pc:spChg chg="mod">
          <ac:chgData name="Glen Williams" userId="S::51628718@nebraska.edu::44163648-3267-4117-b721-61c39720ba64" providerId="AD" clId="Web-{BB2C246F-DDA5-3E95-B00A-FCCBD8836BA2}" dt="2025-12-09T00:39:41.570" v="283" actId="20577"/>
          <ac:spMkLst>
            <pc:docMk/>
            <pc:sldMk cId="3137682819" sldId="256"/>
            <ac:spMk id="4" creationId="{4772BC5B-D8E3-A849-8F4D-26D61513A1D6}"/>
          </ac:spMkLst>
        </pc:spChg>
        <pc:spChg chg="mod">
          <ac:chgData name="Glen Williams" userId="S::51628718@nebraska.edu::44163648-3267-4117-b721-61c39720ba64" providerId="AD" clId="Web-{BB2C246F-DDA5-3E95-B00A-FCCBD8836BA2}" dt="2025-12-09T00:42:06.120" v="287" actId="20577"/>
          <ac:spMkLst>
            <pc:docMk/>
            <pc:sldMk cId="3137682819" sldId="256"/>
            <ac:spMk id="25" creationId="{C6C9C228-FFFA-6FE5-46A7-2D7482BF2A3E}"/>
          </ac:spMkLst>
        </pc:spChg>
      </pc:sldChg>
    </pc:docChg>
  </pc:docChgLst>
  <pc:docChgLst>
    <pc:chgData name="Alyssa Miller" userId="S::36834353@nebraska.edu::2c559746-920f-4ec3-8a54-d5619f3b1bd4" providerId="AD" clId="Web-{7ACA2C5A-5686-B308-E51F-3798F9F4461F}"/>
    <pc:docChg chg="modSld">
      <pc:chgData name="Alyssa Miller" userId="S::36834353@nebraska.edu::2c559746-920f-4ec3-8a54-d5619f3b1bd4" providerId="AD" clId="Web-{7ACA2C5A-5686-B308-E51F-3798F9F4461F}" dt="2025-12-10T01:33:11.903" v="60" actId="20577"/>
      <pc:docMkLst>
        <pc:docMk/>
      </pc:docMkLst>
      <pc:sldChg chg="addSp modSp modCm">
        <pc:chgData name="Alyssa Miller" userId="S::36834353@nebraska.edu::2c559746-920f-4ec3-8a54-d5619f3b1bd4" providerId="AD" clId="Web-{7ACA2C5A-5686-B308-E51F-3798F9F4461F}" dt="2025-12-10T01:33:11.903" v="60" actId="20577"/>
        <pc:sldMkLst>
          <pc:docMk/>
          <pc:sldMk cId="3137682819" sldId="256"/>
        </pc:sldMkLst>
        <pc:spChg chg="mod">
          <ac:chgData name="Alyssa Miller" userId="S::36834353@nebraska.edu::2c559746-920f-4ec3-8a54-d5619f3b1bd4" providerId="AD" clId="Web-{7ACA2C5A-5686-B308-E51F-3798F9F4461F}" dt="2025-12-10T01:22:33.756" v="56" actId="1076"/>
          <ac:spMkLst>
            <pc:docMk/>
            <pc:sldMk cId="3137682819" sldId="256"/>
            <ac:spMk id="4" creationId="{4772BC5B-D8E3-A849-8F4D-26D61513A1D6}"/>
          </ac:spMkLst>
        </pc:spChg>
        <pc:spChg chg="add mod">
          <ac:chgData name="Alyssa Miller" userId="S::36834353@nebraska.edu::2c559746-920f-4ec3-8a54-d5619f3b1bd4" providerId="AD" clId="Web-{7ACA2C5A-5686-B308-E51F-3798F9F4461F}" dt="2025-12-10T01:19:48.107" v="45" actId="14100"/>
          <ac:spMkLst>
            <pc:docMk/>
            <pc:sldMk cId="3137682819" sldId="256"/>
            <ac:spMk id="7" creationId="{AF42459D-3095-E965-84EC-68EA6A2910F2}"/>
          </ac:spMkLst>
        </pc:spChg>
        <pc:spChg chg="mod">
          <ac:chgData name="Alyssa Miller" userId="S::36834353@nebraska.edu::2c559746-920f-4ec3-8a54-d5619f3b1bd4" providerId="AD" clId="Web-{7ACA2C5A-5686-B308-E51F-3798F9F4461F}" dt="2025-12-10T01:33:11.903" v="60" actId="20577"/>
          <ac:spMkLst>
            <pc:docMk/>
            <pc:sldMk cId="3137682819" sldId="256"/>
            <ac:spMk id="9" creationId="{35DBA0C5-5781-9284-800C-DD4E35BDBFC7}"/>
          </ac:spMkLst>
        </pc:spChg>
        <pc:spChg chg="add mod">
          <ac:chgData name="Alyssa Miller" userId="S::36834353@nebraska.edu::2c559746-920f-4ec3-8a54-d5619f3b1bd4" providerId="AD" clId="Web-{7ACA2C5A-5686-B308-E51F-3798F9F4461F}" dt="2025-12-10T01:20:42.608" v="49" actId="1076"/>
          <ac:spMkLst>
            <pc:docMk/>
            <pc:sldMk cId="3137682819" sldId="256"/>
            <ac:spMk id="10" creationId="{9F6BCE4A-6863-F79D-9DAA-9F3546D23EEB}"/>
          </ac:spMkLst>
        </pc:spChg>
        <pc:spChg chg="mod">
          <ac:chgData name="Alyssa Miller" userId="S::36834353@nebraska.edu::2c559746-920f-4ec3-8a54-d5619f3b1bd4" providerId="AD" clId="Web-{7ACA2C5A-5686-B308-E51F-3798F9F4461F}" dt="2025-12-10T01:14:07.282" v="1" actId="20577"/>
          <ac:spMkLst>
            <pc:docMk/>
            <pc:sldMk cId="3137682819" sldId="256"/>
            <ac:spMk id="23" creationId="{F88CF0FB-A215-8155-F3CD-C8E61F5A0BE1}"/>
          </ac:spMkLst>
        </pc:spChg>
        <pc:spChg chg="mod">
          <ac:chgData name="Alyssa Miller" userId="S::36834353@nebraska.edu::2c559746-920f-4ec3-8a54-d5619f3b1bd4" providerId="AD" clId="Web-{7ACA2C5A-5686-B308-E51F-3798F9F4461F}" dt="2025-12-10T01:20:49.358" v="50" actId="1076"/>
          <ac:spMkLst>
            <pc:docMk/>
            <pc:sldMk cId="3137682819" sldId="256"/>
            <ac:spMk id="29" creationId="{B748561D-05D6-3B18-294F-A58B891BBB06}"/>
          </ac:spMkLst>
        </pc:spChg>
        <pc:extLst>
          <p:ext xmlns:p="http://schemas.openxmlformats.org/presentationml/2006/main" uri="{D6D511B9-2390-475A-947B-AFAB55BFBCF1}">
            <pc226:cmChg xmlns:pc226="http://schemas.microsoft.com/office/powerpoint/2022/06/main/command" chg="mod">
              <pc226:chgData name="Alyssa Miller" userId="S::36834353@nebraska.edu::2c559746-920f-4ec3-8a54-d5619f3b1bd4" providerId="AD" clId="Web-{7ACA2C5A-5686-B308-E51F-3798F9F4461F}" dt="2025-12-10T01:14:07.282" v="1" actId="20577"/>
              <pc2:cmMkLst xmlns:pc2="http://schemas.microsoft.com/office/powerpoint/2019/9/main/command">
                <pc:docMk/>
                <pc:sldMk cId="3137682819" sldId="256"/>
                <pc2:cmMk id="{9D398B0A-9111-403D-B9B0-9183DB5998D0}"/>
              </pc2:cmMkLst>
            </pc226:cmChg>
            <pc226:cmChg xmlns:pc226="http://schemas.microsoft.com/office/powerpoint/2022/06/main/command" chg="mod">
              <pc226:chgData name="Alyssa Miller" userId="S::36834353@nebraska.edu::2c559746-920f-4ec3-8a54-d5619f3b1bd4" providerId="AD" clId="Web-{7ACA2C5A-5686-B308-E51F-3798F9F4461F}" dt="2025-12-10T01:33:10.543" v="59" actId="20577"/>
              <pc2:cmMkLst xmlns:pc2="http://schemas.microsoft.com/office/powerpoint/2019/9/main/command">
                <pc:docMk/>
                <pc:sldMk cId="3137682819" sldId="256"/>
                <pc2:cmMk id="{DA154F2F-395D-45BB-B6B0-904E164F9BDE}"/>
              </pc2:cmMkLst>
            </pc226:cmChg>
            <pc226:cmChg xmlns:pc226="http://schemas.microsoft.com/office/powerpoint/2022/06/main/command" chg="mod">
              <pc226:chgData name="Alyssa Miller" userId="S::36834353@nebraska.edu::2c559746-920f-4ec3-8a54-d5619f3b1bd4" providerId="AD" clId="Web-{7ACA2C5A-5686-B308-E51F-3798F9F4461F}" dt="2025-12-10T01:18:58.637" v="31" actId="20577"/>
              <pc2:cmMkLst xmlns:pc2="http://schemas.microsoft.com/office/powerpoint/2019/9/main/command">
                <pc:docMk/>
                <pc:sldMk cId="3137682819" sldId="256"/>
                <pc2:cmMk id="{3139EE51-0850-48DE-9EDD-98011D1AA106}"/>
              </pc2:cmMkLst>
            </pc226:cmChg>
            <pc226:cmChg xmlns:pc226="http://schemas.microsoft.com/office/powerpoint/2022/06/main/command" chg="mod">
              <pc226:chgData name="Alyssa Miller" userId="S::36834353@nebraska.edu::2c559746-920f-4ec3-8a54-d5619f3b1bd4" providerId="AD" clId="Web-{7ACA2C5A-5686-B308-E51F-3798F9F4461F}" dt="2025-12-10T01:14:07.282" v="1" actId="20577"/>
              <pc2:cmMkLst xmlns:pc2="http://schemas.microsoft.com/office/powerpoint/2019/9/main/command">
                <pc:docMk/>
                <pc:sldMk cId="3137682819" sldId="256"/>
                <pc2:cmMk id="{26BF56C3-E118-4E44-BBFD-7953A2AAF745}"/>
              </pc2:cmMkLst>
            </pc226:cmChg>
            <pc226:cmChg xmlns:pc226="http://schemas.microsoft.com/office/powerpoint/2022/06/main/command" chg="mod">
              <pc226:chgData name="Alyssa Miller" userId="S::36834353@nebraska.edu::2c559746-920f-4ec3-8a54-d5619f3b1bd4" providerId="AD" clId="Web-{7ACA2C5A-5686-B308-E51F-3798F9F4461F}" dt="2025-12-10T01:14:07.282" v="1" actId="20577"/>
              <pc2:cmMkLst xmlns:pc2="http://schemas.microsoft.com/office/powerpoint/2019/9/main/command">
                <pc:docMk/>
                <pc:sldMk cId="3137682819" sldId="256"/>
                <pc2:cmMk id="{5F8632D0-06A9-45EA-AF85-A96B5A97CFE8}"/>
              </pc2:cmMkLst>
            </pc226:cmChg>
            <pc226:cmChg xmlns:pc226="http://schemas.microsoft.com/office/powerpoint/2022/06/main/command" chg="mod">
              <pc226:chgData name="Alyssa Miller" userId="S::36834353@nebraska.edu::2c559746-920f-4ec3-8a54-d5619f3b1bd4" providerId="AD" clId="Web-{7ACA2C5A-5686-B308-E51F-3798F9F4461F}" dt="2025-12-10T01:17:52.386" v="7" actId="20577"/>
              <pc2:cmMkLst xmlns:pc2="http://schemas.microsoft.com/office/powerpoint/2019/9/main/command">
                <pc:docMk/>
                <pc:sldMk cId="3137682819" sldId="256"/>
                <pc2:cmMk id="{53A880ED-055A-45DB-A489-A5E5F21354B6}"/>
              </pc2:cmMkLst>
            </pc226:cmChg>
          </p:ext>
        </pc:extLst>
      </pc:sldChg>
    </pc:docChg>
  </pc:docChgLst>
  <pc:docChgLst>
    <pc:chgData name="Alyssa Miller" userId="S::36834353@nebraska.edu::2c559746-920f-4ec3-8a54-d5619f3b1bd4" providerId="AD" clId="Web-{ED03E959-3C3F-0ACB-2C0A-2F866C7A4A41}"/>
    <pc:docChg chg="delSld modSld">
      <pc:chgData name="Alyssa Miller" userId="S::36834353@nebraska.edu::2c559746-920f-4ec3-8a54-d5619f3b1bd4" providerId="AD" clId="Web-{ED03E959-3C3F-0ACB-2C0A-2F866C7A4A41}" dt="2025-12-10T01:43:53.774" v="34"/>
      <pc:docMkLst>
        <pc:docMk/>
      </pc:docMkLst>
      <pc:sldChg chg="del">
        <pc:chgData name="Alyssa Miller" userId="S::36834353@nebraska.edu::2c559746-920f-4ec3-8a54-d5619f3b1bd4" providerId="AD" clId="Web-{ED03E959-3C3F-0ACB-2C0A-2F866C7A4A41}" dt="2025-12-10T01:43:53.774" v="34"/>
        <pc:sldMkLst>
          <pc:docMk/>
          <pc:sldMk cId="3736229863" sldId="257"/>
        </pc:sldMkLst>
      </pc:sldChg>
    </pc:docChg>
  </pc:docChgLst>
</pc:chgInfo>
</file>

<file path=ppt/comments/modernComment_100_BB053D83.xml><?xml version="1.0" encoding="utf-8"?>
<p188:cmLst xmlns:a="http://schemas.openxmlformats.org/drawingml/2006/main" xmlns:r="http://schemas.openxmlformats.org/officeDocument/2006/relationships" xmlns:p188="http://schemas.microsoft.com/office/powerpoint/2018/8/main">
  <p188:cm id="{26BF56C3-E118-4E44-BBFD-7953A2AAF745}" authorId="{6F9ABAFD-1D42-0073-6633-346E1DFE0D7A}" status="resolved" created="2025-12-09T23:11:50.901" complete="100000">
    <ac:txMkLst xmlns:ac="http://schemas.microsoft.com/office/drawing/2013/main/command">
      <pc:docMk xmlns:pc="http://schemas.microsoft.com/office/powerpoint/2013/main/command"/>
      <pc:sldMk xmlns:pc="http://schemas.microsoft.com/office/powerpoint/2013/main/command" cId="3137682819" sldId="256"/>
      <ac:spMk id="23" creationId="{F88CF0FB-A215-8155-F3CD-C8E61F5A0BE1}"/>
      <ac:txMk cp="109" len="41">
        <ac:context len="561" hash="566793170"/>
      </ac:txMk>
    </ac:txMkLst>
    <p188:pos x="2806876" y="677181"/>
    <p188:txBody>
      <a:bodyPr/>
      <a:lstStyle/>
      <a:p>
        <a:r>
          <a:rPr lang="en-US"/>
          <a:t>"responses to a survey created by our group" might make more sense?</a:t>
        </a:r>
      </a:p>
    </p188:txBody>
  </p188:cm>
  <p188:cm id="{9D398B0A-9111-403D-B9B0-9183DB5998D0}" authorId="{6F9ABAFD-1D42-0073-6633-346E1DFE0D7A}" status="resolved" created="2025-12-09T23:12:57.107" complete="100000">
    <ac:txMkLst xmlns:ac="http://schemas.microsoft.com/office/drawing/2013/main/command">
      <pc:docMk xmlns:pc="http://schemas.microsoft.com/office/powerpoint/2013/main/command"/>
      <pc:sldMk xmlns:pc="http://schemas.microsoft.com/office/powerpoint/2013/main/command" cId="3137682819" sldId="256"/>
      <ac:spMk id="23" creationId="{F88CF0FB-A215-8155-F3CD-C8E61F5A0BE1}"/>
      <ac:txMk cp="384">
        <ac:context len="561" hash="566793170"/>
      </ac:txMk>
    </ac:txMkLst>
    <p188:pos x="6438581" y="1046552"/>
    <p188:txBody>
      <a:bodyPr/>
      <a:lstStyle/>
      <a:p>
        <a:r>
          <a:rPr lang="en-US"/>
          <a:t>It might be more fair to say that we were looking for statistical differences in these factors between the two groups</a:t>
        </a:r>
      </a:p>
    </p188:txBody>
  </p188:cm>
  <p188:cm id="{EE45E51F-E735-42B9-943E-3EA13326D374}" authorId="{6F9ABAFD-1D42-0073-6633-346E1DFE0D7A}" status="resolved" created="2025-12-09T23:14:58.579" complete="100000">
    <ac:txMkLst xmlns:ac="http://schemas.microsoft.com/office/drawing/2013/main/command">
      <pc:docMk xmlns:pc="http://schemas.microsoft.com/office/powerpoint/2013/main/command"/>
      <pc:sldMk xmlns:pc="http://schemas.microsoft.com/office/powerpoint/2013/main/command" cId="3137682819" sldId="256"/>
      <ac:spMk id="6" creationId="{6CAAEB72-B0AF-1855-AE44-2BD9840C0F76}"/>
      <ac:txMk cp="601">
        <ac:context len="602" hash="1136672613"/>
      </ac:txMk>
    </ac:txMkLst>
    <p188:pos x="5896903" y="2708725"/>
    <p188:txBody>
      <a:bodyPr/>
      <a:lstStyle/>
      <a:p>
        <a:r>
          <a:rPr lang="en-US"/>
          <a:t>I thought we couldn't run the test if survey completion was 100% due to low response rate </a:t>
        </a:r>
      </a:p>
    </p188:txBody>
  </p188:cm>
  <p188:cm id="{DA154F2F-395D-45BB-B6B0-904E164F9BDE}" authorId="{6F9ABAFD-1D42-0073-6633-346E1DFE0D7A}" status="resolved" created="2025-12-09T23:15:46.127" complete="100000">
    <ac:txMkLst xmlns:ac="http://schemas.microsoft.com/office/drawing/2013/main/command">
      <pc:docMk xmlns:pc="http://schemas.microsoft.com/office/powerpoint/2013/main/command"/>
      <pc:sldMk xmlns:pc="http://schemas.microsoft.com/office/powerpoint/2013/main/command" cId="3137682819" sldId="256"/>
      <ac:spMk id="7" creationId="{AF42459D-3095-E965-84EC-68EA6A2910F2}"/>
      <ac:txMk cp="0">
        <ac:context len="453" hash="2983675539"/>
      </ac:txMk>
    </ac:txMkLst>
    <p188:pos x="6524757" y="1034240"/>
    <p188:txBody>
      <a:bodyPr/>
      <a:lstStyle/>
      <a:p>
        <a:r>
          <a:rPr lang="en-US"/>
          <a:t>Perfect</a:t>
        </a:r>
      </a:p>
    </p188:txBody>
  </p188:cm>
  <p188:cm id="{5F8632D0-06A9-45EA-AF85-A96B5A97CFE8}" authorId="{6F9ABAFD-1D42-0073-6633-346E1DFE0D7A}" status="resolved" created="2025-12-09T23:16:10.565" complete="100000">
    <ac:txMkLst xmlns:ac="http://schemas.microsoft.com/office/drawing/2013/main/command">
      <pc:docMk xmlns:pc="http://schemas.microsoft.com/office/powerpoint/2013/main/command"/>
      <pc:sldMk xmlns:pc="http://schemas.microsoft.com/office/powerpoint/2013/main/command" cId="3137682819" sldId="256"/>
      <ac:spMk id="23" creationId="{F88CF0FB-A215-8155-F3CD-C8E61F5A0BE1}"/>
      <ac:txMk cp="249" len="135">
        <ac:context len="561" hash="566793170"/>
      </ac:txMk>
    </ac:txMkLst>
    <p188:pos x="6684798" y="861867"/>
    <p188:txBody>
      <a:bodyPr/>
      <a:lstStyle/>
      <a:p>
        <a:r>
          <a:rPr lang="en-US"/>
          <a:t>Great wording</a:t>
        </a:r>
      </a:p>
    </p188:txBody>
  </p188:cm>
  <p188:cm id="{53A880ED-055A-45DB-A489-A5E5F21354B6}" authorId="{6F9ABAFD-1D42-0073-6633-346E1DFE0D7A}" status="resolved" created="2025-12-09T23:17:47.629" complete="100000">
    <ac:txMkLst xmlns:ac="http://schemas.microsoft.com/office/drawing/2013/main/command">
      <pc:docMk xmlns:pc="http://schemas.microsoft.com/office/powerpoint/2013/main/command"/>
      <pc:sldMk xmlns:pc="http://schemas.microsoft.com/office/powerpoint/2013/main/command" cId="3137682819" sldId="256"/>
      <ac:spMk id="7" creationId="{AF42459D-3095-E965-84EC-68EA6A2910F2}"/>
      <ac:txMk cp="9" len="130">
        <ac:context len="453" hash="2983675539"/>
      </ac:txMk>
    </ac:txMkLst>
    <p188:pos x="2339064" y="2511727"/>
    <p188:replyLst>
      <p188:reply id="{4B9787B5-0542-4B44-B766-8CE0D64988A5}" authorId="{460EE352-9D73-D278-F128-537156DAFEC5}" created="2025-12-10T00:07:35.240">
        <p188:txBody>
          <a:bodyPr/>
          <a:lstStyle/>
          <a:p>
            <a:r>
              <a:rPr lang="en-US"/>
              <a:t>Yeah i am debating on the same thing. Statistically, yes, but i am hesiatnt to mention such conclusions</a:t>
            </a:r>
          </a:p>
        </p188:txBody>
      </p188:reply>
    </p188:replyLst>
    <p188:txBody>
      <a:bodyPr/>
      <a:lstStyle/>
      <a:p>
        <a:r>
          <a:rPr lang="en-US"/>
          <a:t>Are these conclusions valid?</a:t>
        </a:r>
      </a:p>
    </p188:txBody>
  </p188:cm>
  <p188:cm id="{3139EE51-0850-48DE-9EDD-98011D1AA106}" authorId="{6F9ABAFD-1D42-0073-6633-346E1DFE0D7A}" status="resolved" created="2025-12-09T23:22:10.148" complete="100000">
    <ac:txMkLst xmlns:ac="http://schemas.microsoft.com/office/drawing/2013/main/command">
      <pc:docMk xmlns:pc="http://schemas.microsoft.com/office/powerpoint/2013/main/command"/>
      <pc:sldMk xmlns:pc="http://schemas.microsoft.com/office/powerpoint/2013/main/command" cId="3137682819" sldId="256"/>
      <ac:spMk id="29" creationId="{B748561D-05D6-3B18-294F-A58B891BBB06}"/>
      <ac:txMk cp="12" len="119">
        <ac:context len="526" hash="1075264205"/>
      </ac:txMk>
    </ac:txMkLst>
    <p188:pos x="689408" y="3250470"/>
    <p188:txBody>
      <a:bodyPr/>
      <a:lstStyle/>
      <a:p>
        <a:r>
          <a:rPr lang="en-US"/>
          <a:t>Can we say this?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D767A-1789-4CB6-992A-CC4CF5D905A0}" type="datetimeFigureOut">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76579-9870-445D-B394-C0E9AD045CF5}" type="slidenum">
              <a:t>‹#›</a:t>
            </a:fld>
            <a:endParaRPr lang="en-US"/>
          </a:p>
        </p:txBody>
      </p:sp>
    </p:spTree>
    <p:extLst>
      <p:ext uri="{BB962C8B-B14F-4D97-AF65-F5344CB8AC3E}">
        <p14:creationId xmlns:p14="http://schemas.microsoft.com/office/powerpoint/2010/main" val="809660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46088" y="1143000"/>
            <a:ext cx="59658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3D76579-9870-445D-B394-C0E9AD045CF5}" type="slidenum">
              <a:t>1</a:t>
            </a:fld>
            <a:endParaRPr lang="en-US"/>
          </a:p>
        </p:txBody>
      </p:sp>
    </p:spTree>
    <p:extLst>
      <p:ext uri="{BB962C8B-B14F-4D97-AF65-F5344CB8AC3E}">
        <p14:creationId xmlns:p14="http://schemas.microsoft.com/office/powerpoint/2010/main" val="177265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0398C-CD96-DFFC-13BB-DBB713D9ED7B}"/>
              </a:ext>
            </a:extLst>
          </p:cNvPr>
          <p:cNvSpPr>
            <a:spLocks noGrp="1"/>
          </p:cNvSpPr>
          <p:nvPr>
            <p:ph type="ctrTitle"/>
          </p:nvPr>
        </p:nvSpPr>
        <p:spPr>
          <a:xfrm>
            <a:off x="1657350" y="1122363"/>
            <a:ext cx="99441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BEE352C-656E-178D-1EDE-946F2B5A91A1}"/>
              </a:ext>
            </a:extLst>
          </p:cNvPr>
          <p:cNvSpPr>
            <a:spLocks noGrp="1"/>
          </p:cNvSpPr>
          <p:nvPr>
            <p:ph type="subTitle" idx="1"/>
          </p:nvPr>
        </p:nvSpPr>
        <p:spPr>
          <a:xfrm>
            <a:off x="1657350" y="3602038"/>
            <a:ext cx="99441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522FE0-7E59-B58E-6BCB-C7EFB5744953}"/>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15B2EE36-29F2-4FB3-7024-0EB8E62D46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DB401-33A1-C27A-41BF-F1EB6A3F7B5D}"/>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732693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ECCD-A6ED-87E0-14D2-A7BC17CF6A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7FC314-1BE2-5C2E-F41C-7F918D7030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469583-3689-953C-63D7-5DCE9B745387}"/>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669516D9-874C-7709-4699-1F3DBB90F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A4B9D5-78BF-4F50-43C6-AC098E6A14C0}"/>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54919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1C033-82AB-CC93-A6C5-144E09D6C0E3}"/>
              </a:ext>
            </a:extLst>
          </p:cNvPr>
          <p:cNvSpPr>
            <a:spLocks noGrp="1"/>
          </p:cNvSpPr>
          <p:nvPr>
            <p:ph type="title"/>
          </p:nvPr>
        </p:nvSpPr>
        <p:spPr>
          <a:xfrm>
            <a:off x="904637" y="1709739"/>
            <a:ext cx="11435715"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4CC4D7-DCB7-5A4F-C98C-8D17CBFCC037}"/>
              </a:ext>
            </a:extLst>
          </p:cNvPr>
          <p:cNvSpPr>
            <a:spLocks noGrp="1"/>
          </p:cNvSpPr>
          <p:nvPr>
            <p:ph type="body" idx="1"/>
          </p:nvPr>
        </p:nvSpPr>
        <p:spPr>
          <a:xfrm>
            <a:off x="904637" y="4589464"/>
            <a:ext cx="1143571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1C9F6B-C4DA-D4D4-7B7F-B458F5679990}"/>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D550FDFE-7F5E-6626-D918-F8E1532B77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4DEF71-94DD-6F6A-3801-6CD114DA1C40}"/>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1585749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7D490-05AE-5FE7-0FCF-DF1B1A9003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248B94-233B-2E98-7287-B5A91F69EC85}"/>
              </a:ext>
            </a:extLst>
          </p:cNvPr>
          <p:cNvSpPr>
            <a:spLocks noGrp="1"/>
          </p:cNvSpPr>
          <p:nvPr>
            <p:ph sz="half" idx="1"/>
          </p:nvPr>
        </p:nvSpPr>
        <p:spPr>
          <a:xfrm>
            <a:off x="911543" y="1825625"/>
            <a:ext cx="563499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F50CF6-6609-9032-0D4C-2FBE6B1E788B}"/>
              </a:ext>
            </a:extLst>
          </p:cNvPr>
          <p:cNvSpPr>
            <a:spLocks noGrp="1"/>
          </p:cNvSpPr>
          <p:nvPr>
            <p:ph sz="half" idx="2"/>
          </p:nvPr>
        </p:nvSpPr>
        <p:spPr>
          <a:xfrm>
            <a:off x="6712268" y="1825625"/>
            <a:ext cx="563499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9A9556-5499-729B-CFB9-D1F353F47253}"/>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6" name="Footer Placeholder 5">
            <a:extLst>
              <a:ext uri="{FF2B5EF4-FFF2-40B4-BE49-F238E27FC236}">
                <a16:creationId xmlns:a16="http://schemas.microsoft.com/office/drawing/2014/main" id="{F697F983-03FE-B6B5-856A-0F26C1ADF4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71604A-C59D-532D-5D2C-FE3F27523868}"/>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414367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87DB2-25EC-E14A-CD5F-C2724446943F}"/>
              </a:ext>
            </a:extLst>
          </p:cNvPr>
          <p:cNvSpPr>
            <a:spLocks noGrp="1"/>
          </p:cNvSpPr>
          <p:nvPr>
            <p:ph type="title"/>
          </p:nvPr>
        </p:nvSpPr>
        <p:spPr>
          <a:xfrm>
            <a:off x="913269" y="365126"/>
            <a:ext cx="11435715"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4E8C2-6506-2EC5-EB86-19DA3BFB7737}"/>
              </a:ext>
            </a:extLst>
          </p:cNvPr>
          <p:cNvSpPr>
            <a:spLocks noGrp="1"/>
          </p:cNvSpPr>
          <p:nvPr>
            <p:ph type="body" idx="1"/>
          </p:nvPr>
        </p:nvSpPr>
        <p:spPr>
          <a:xfrm>
            <a:off x="913270" y="1681163"/>
            <a:ext cx="560909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7D138E-CD60-8245-C582-2763F93F755E}"/>
              </a:ext>
            </a:extLst>
          </p:cNvPr>
          <p:cNvSpPr>
            <a:spLocks noGrp="1"/>
          </p:cNvSpPr>
          <p:nvPr>
            <p:ph sz="half" idx="2"/>
          </p:nvPr>
        </p:nvSpPr>
        <p:spPr>
          <a:xfrm>
            <a:off x="913270" y="2505075"/>
            <a:ext cx="560909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26D728-7473-791C-A64F-68F20CDB8CB3}"/>
              </a:ext>
            </a:extLst>
          </p:cNvPr>
          <p:cNvSpPr>
            <a:spLocks noGrp="1"/>
          </p:cNvSpPr>
          <p:nvPr>
            <p:ph type="body" sz="quarter" idx="3"/>
          </p:nvPr>
        </p:nvSpPr>
        <p:spPr>
          <a:xfrm>
            <a:off x="6712267" y="1681163"/>
            <a:ext cx="5636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E7216B-7B04-8FA4-A688-CCD762199C15}"/>
              </a:ext>
            </a:extLst>
          </p:cNvPr>
          <p:cNvSpPr>
            <a:spLocks noGrp="1"/>
          </p:cNvSpPr>
          <p:nvPr>
            <p:ph sz="quarter" idx="4"/>
          </p:nvPr>
        </p:nvSpPr>
        <p:spPr>
          <a:xfrm>
            <a:off x="6712267" y="2505075"/>
            <a:ext cx="5636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ADC6DE-9E56-FAEF-EB30-F7E1F1CFC660}"/>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8" name="Footer Placeholder 7">
            <a:extLst>
              <a:ext uri="{FF2B5EF4-FFF2-40B4-BE49-F238E27FC236}">
                <a16:creationId xmlns:a16="http://schemas.microsoft.com/office/drawing/2014/main" id="{7A97DDE1-7531-058F-4B09-325C46D87C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1C05F2-A84A-AA4A-C7E8-25F37B2E531D}"/>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3238406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BFF8-AC82-8854-1E37-8CFAA4A5D0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DEE4B6-9308-8BE4-F61E-DE7496F6925E}"/>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4" name="Footer Placeholder 3">
            <a:extLst>
              <a:ext uri="{FF2B5EF4-FFF2-40B4-BE49-F238E27FC236}">
                <a16:creationId xmlns:a16="http://schemas.microsoft.com/office/drawing/2014/main" id="{529FF545-6054-521F-EFEB-77C5E7C398D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345CF3-30FD-6801-5FE5-33BB48CCE309}"/>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2403469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F6D6DB-373B-00AA-990F-BE36E181771E}"/>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3" name="Footer Placeholder 2">
            <a:extLst>
              <a:ext uri="{FF2B5EF4-FFF2-40B4-BE49-F238E27FC236}">
                <a16:creationId xmlns:a16="http://schemas.microsoft.com/office/drawing/2014/main" id="{80ECE240-FFC0-C36E-D2DD-0791BD37282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4E484E-2FE8-4D38-4463-03907C569AC0}"/>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2842349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1DDD-9D34-BE32-D9A7-EC48653F62EB}"/>
              </a:ext>
            </a:extLst>
          </p:cNvPr>
          <p:cNvSpPr>
            <a:spLocks noGrp="1"/>
          </p:cNvSpPr>
          <p:nvPr>
            <p:ph type="title"/>
          </p:nvPr>
        </p:nvSpPr>
        <p:spPr>
          <a:xfrm>
            <a:off x="913270" y="457200"/>
            <a:ext cx="427630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7DDCCD-F44D-D7A2-05E7-02D2B95FBEA8}"/>
              </a:ext>
            </a:extLst>
          </p:cNvPr>
          <p:cNvSpPr>
            <a:spLocks noGrp="1"/>
          </p:cNvSpPr>
          <p:nvPr>
            <p:ph idx="1"/>
          </p:nvPr>
        </p:nvSpPr>
        <p:spPr>
          <a:xfrm>
            <a:off x="5636717" y="987426"/>
            <a:ext cx="6712268"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B89193-A96D-6AC7-370F-978E689E364C}"/>
              </a:ext>
            </a:extLst>
          </p:cNvPr>
          <p:cNvSpPr>
            <a:spLocks noGrp="1"/>
          </p:cNvSpPr>
          <p:nvPr>
            <p:ph type="body" sz="half" idx="2"/>
          </p:nvPr>
        </p:nvSpPr>
        <p:spPr>
          <a:xfrm>
            <a:off x="913270" y="2057400"/>
            <a:ext cx="42763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ACB1DD-9064-71E5-0619-BEB890BDE15D}"/>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6" name="Footer Placeholder 5">
            <a:extLst>
              <a:ext uri="{FF2B5EF4-FFF2-40B4-BE49-F238E27FC236}">
                <a16:creationId xmlns:a16="http://schemas.microsoft.com/office/drawing/2014/main" id="{0BD1AD1C-ADB1-283A-8986-4534A2F905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BA6BDE-99CC-24E1-A9D4-634761B86DA0}"/>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3735904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771D8-1391-9FFD-EB37-83E1AF3E30C9}"/>
              </a:ext>
            </a:extLst>
          </p:cNvPr>
          <p:cNvSpPr>
            <a:spLocks noGrp="1"/>
          </p:cNvSpPr>
          <p:nvPr>
            <p:ph type="title"/>
          </p:nvPr>
        </p:nvSpPr>
        <p:spPr>
          <a:xfrm>
            <a:off x="913270" y="457200"/>
            <a:ext cx="427630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FDA14F-7A0B-3EF6-CAAC-EC9B0FDE8A27}"/>
              </a:ext>
            </a:extLst>
          </p:cNvPr>
          <p:cNvSpPr>
            <a:spLocks noGrp="1"/>
          </p:cNvSpPr>
          <p:nvPr>
            <p:ph type="pic" idx="1"/>
          </p:nvPr>
        </p:nvSpPr>
        <p:spPr>
          <a:xfrm>
            <a:off x="5636717" y="987426"/>
            <a:ext cx="6712268"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3BE76F-32FB-BF53-8F3B-D830FF3DD301}"/>
              </a:ext>
            </a:extLst>
          </p:cNvPr>
          <p:cNvSpPr>
            <a:spLocks noGrp="1"/>
          </p:cNvSpPr>
          <p:nvPr>
            <p:ph type="body" sz="half" idx="2"/>
          </p:nvPr>
        </p:nvSpPr>
        <p:spPr>
          <a:xfrm>
            <a:off x="913270" y="2057400"/>
            <a:ext cx="427630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CBC761-4CC4-D79C-2C85-398B42CF89B9}"/>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6" name="Footer Placeholder 5">
            <a:extLst>
              <a:ext uri="{FF2B5EF4-FFF2-40B4-BE49-F238E27FC236}">
                <a16:creationId xmlns:a16="http://schemas.microsoft.com/office/drawing/2014/main" id="{8B30C9FB-68D5-12D3-5B27-6081862CF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BB1B7B-AC5E-CE33-78BA-BA54659AFA6C}"/>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2751497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911E-C2D8-F7F4-ABF1-CB52813D43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FE19D8-3D54-72B8-8E80-D28915C676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12D5C4-D51B-37BC-9778-A6646D92C2E2}"/>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05C1A0CD-BB2C-11BF-E870-9564E4EAB2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4DA39C-07E4-FB66-3199-71E7AE4294FA}"/>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20593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F71FC5-5E0C-03AD-9749-4ADF61C33C55}"/>
              </a:ext>
            </a:extLst>
          </p:cNvPr>
          <p:cNvSpPr>
            <a:spLocks noGrp="1"/>
          </p:cNvSpPr>
          <p:nvPr>
            <p:ph type="title" orient="vert"/>
          </p:nvPr>
        </p:nvSpPr>
        <p:spPr>
          <a:xfrm>
            <a:off x="9488329" y="365125"/>
            <a:ext cx="2858929"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F8F5C0-B0FF-21B5-70F5-A5BAA6E8786C}"/>
              </a:ext>
            </a:extLst>
          </p:cNvPr>
          <p:cNvSpPr>
            <a:spLocks noGrp="1"/>
          </p:cNvSpPr>
          <p:nvPr>
            <p:ph type="body" orient="vert" idx="1"/>
          </p:nvPr>
        </p:nvSpPr>
        <p:spPr>
          <a:xfrm>
            <a:off x="911543" y="365125"/>
            <a:ext cx="8411051"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380F85-6A65-CEFA-977A-20245BCCCCD1}"/>
              </a:ext>
            </a:extLst>
          </p:cNvPr>
          <p:cNvSpPr>
            <a:spLocks noGrp="1"/>
          </p:cNvSpPr>
          <p:nvPr>
            <p:ph type="dt" sz="half" idx="10"/>
          </p:nvPr>
        </p:nvSpPr>
        <p:spPr/>
        <p:txBody>
          <a:body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C8542F7F-7D97-25D6-D0BF-B576F8FB84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09EF8-F3BD-70C3-9B60-47D4A36E78C7}"/>
              </a:ext>
            </a:extLst>
          </p:cNvPr>
          <p:cNvSpPr>
            <a:spLocks noGrp="1"/>
          </p:cNvSpPr>
          <p:nvPr>
            <p:ph type="sldNum" sz="quarter" idx="12"/>
          </p:nvPr>
        </p:nvSpPr>
        <p:spPr/>
        <p:txBody>
          <a:bodyPr/>
          <a:lstStyle/>
          <a:p>
            <a:fld id="{FAE38596-68DA-4A03-8679-C021EC0DBEEA}" type="slidenum">
              <a:rPr lang="en-US" smtClean="0"/>
              <a:t>‹#›</a:t>
            </a:fld>
            <a:endParaRPr lang="en-US"/>
          </a:p>
        </p:txBody>
      </p:sp>
    </p:spTree>
    <p:extLst>
      <p:ext uri="{BB962C8B-B14F-4D97-AF65-F5344CB8AC3E}">
        <p14:creationId xmlns:p14="http://schemas.microsoft.com/office/powerpoint/2010/main" val="186240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213383-BF7F-7A3A-64D7-00BED8289671}"/>
              </a:ext>
            </a:extLst>
          </p:cNvPr>
          <p:cNvSpPr>
            <a:spLocks noGrp="1"/>
          </p:cNvSpPr>
          <p:nvPr>
            <p:ph type="title"/>
          </p:nvPr>
        </p:nvSpPr>
        <p:spPr>
          <a:xfrm>
            <a:off x="911543" y="365126"/>
            <a:ext cx="11435715"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AD18D68-0126-500D-41D7-FF236464E1E5}"/>
              </a:ext>
            </a:extLst>
          </p:cNvPr>
          <p:cNvSpPr>
            <a:spLocks noGrp="1"/>
          </p:cNvSpPr>
          <p:nvPr>
            <p:ph type="body" idx="1"/>
          </p:nvPr>
        </p:nvSpPr>
        <p:spPr>
          <a:xfrm>
            <a:off x="911543" y="1825625"/>
            <a:ext cx="1143571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3E9A2-F070-ED75-33A5-7513AB2A9495}"/>
              </a:ext>
            </a:extLst>
          </p:cNvPr>
          <p:cNvSpPr>
            <a:spLocks noGrp="1"/>
          </p:cNvSpPr>
          <p:nvPr>
            <p:ph type="dt" sz="half" idx="2"/>
          </p:nvPr>
        </p:nvSpPr>
        <p:spPr>
          <a:xfrm>
            <a:off x="911543" y="6356351"/>
            <a:ext cx="298323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452F867-2C8D-42D5-9585-FB24D45C5B2D}" type="datetimeFigureOut">
              <a:rPr lang="en-US" smtClean="0"/>
              <a:t>12/9/2025</a:t>
            </a:fld>
            <a:endParaRPr lang="en-US"/>
          </a:p>
        </p:txBody>
      </p:sp>
      <p:sp>
        <p:nvSpPr>
          <p:cNvPr id="5" name="Footer Placeholder 4">
            <a:extLst>
              <a:ext uri="{FF2B5EF4-FFF2-40B4-BE49-F238E27FC236}">
                <a16:creationId xmlns:a16="http://schemas.microsoft.com/office/drawing/2014/main" id="{E28078FA-CB93-3CBD-FC36-2F30ACCA14B8}"/>
              </a:ext>
            </a:extLst>
          </p:cNvPr>
          <p:cNvSpPr>
            <a:spLocks noGrp="1"/>
          </p:cNvSpPr>
          <p:nvPr>
            <p:ph type="ftr" sz="quarter" idx="3"/>
          </p:nvPr>
        </p:nvSpPr>
        <p:spPr>
          <a:xfrm>
            <a:off x="4391978" y="6356351"/>
            <a:ext cx="447484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02BD620-030B-70D7-3699-34008E0A8E35}"/>
              </a:ext>
            </a:extLst>
          </p:cNvPr>
          <p:cNvSpPr>
            <a:spLocks noGrp="1"/>
          </p:cNvSpPr>
          <p:nvPr>
            <p:ph type="sldNum" sz="quarter" idx="4"/>
          </p:nvPr>
        </p:nvSpPr>
        <p:spPr>
          <a:xfrm>
            <a:off x="9364028" y="6356351"/>
            <a:ext cx="298323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E38596-68DA-4A03-8679-C021EC0DBEEA}" type="slidenum">
              <a:rPr lang="en-US" smtClean="0"/>
              <a:t>‹#›</a:t>
            </a:fld>
            <a:endParaRPr lang="en-US"/>
          </a:p>
        </p:txBody>
      </p:sp>
    </p:spTree>
    <p:extLst>
      <p:ext uri="{BB962C8B-B14F-4D97-AF65-F5344CB8AC3E}">
        <p14:creationId xmlns:p14="http://schemas.microsoft.com/office/powerpoint/2010/main" val="4443105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BB053D83.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l="-1000" r="-1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D1E804A-9BCA-59FE-BE80-56DFB45349EE}"/>
              </a:ext>
            </a:extLst>
          </p:cNvPr>
          <p:cNvSpPr/>
          <p:nvPr/>
        </p:nvSpPr>
        <p:spPr>
          <a:xfrm>
            <a:off x="6389558" y="646923"/>
            <a:ext cx="184731" cy="369332"/>
          </a:xfrm>
          <a:prstGeom prst="rect">
            <a:avLst/>
          </a:prstGeom>
          <a:noFill/>
        </p:spPr>
        <p:txBody>
          <a:bodyPr wrap="square" lIns="91440" tIns="45720" rIns="91440" bIns="45720" anchor="t">
            <a:spAutoFit/>
          </a:bodyPr>
          <a:lstStyle/>
          <a:p>
            <a:pPr algn="ctr"/>
            <a:endParaRPr lang="en-US" sz="1800" b="0" i="1" cap="none" spc="0">
              <a:ln w="0"/>
              <a:effectLst>
                <a:outerShdw blurRad="38100" dist="19050" dir="2700000" algn="tl" rotWithShape="0">
                  <a:prstClr val="black">
                    <a:alpha val="40000"/>
                  </a:prstClr>
                </a:outerShdw>
              </a:effectLst>
              <a:latin typeface="+mj-lt"/>
            </a:endParaRPr>
          </a:p>
        </p:txBody>
      </p:sp>
      <p:sp>
        <p:nvSpPr>
          <p:cNvPr id="9" name="TextBox 8">
            <a:extLst>
              <a:ext uri="{FF2B5EF4-FFF2-40B4-BE49-F238E27FC236}">
                <a16:creationId xmlns:a16="http://schemas.microsoft.com/office/drawing/2014/main" id="{35DBA0C5-5781-9284-800C-DD4E35BDBFC7}"/>
              </a:ext>
            </a:extLst>
          </p:cNvPr>
          <p:cNvSpPr txBox="1"/>
          <p:nvPr/>
        </p:nvSpPr>
        <p:spPr>
          <a:xfrm>
            <a:off x="136831" y="536420"/>
            <a:ext cx="6516621" cy="1543156"/>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noAutofit/>
          </a:bodyPr>
          <a:lstStyle/>
          <a:p>
            <a:r>
              <a:rPr lang="en-US" sz="1200" b="1">
                <a:solidFill>
                  <a:srgbClr val="131619"/>
                </a:solidFill>
                <a:latin typeface="Aptos"/>
                <a:ea typeface="Roboto"/>
                <a:cs typeface="Roboto"/>
              </a:rPr>
              <a:t>Abstract:</a:t>
            </a:r>
            <a:endParaRPr lang="en-US" sz="1200" b="1" u="sng">
              <a:solidFill>
                <a:srgbClr val="131619"/>
              </a:solidFill>
              <a:latin typeface="Aptos"/>
              <a:ea typeface="Roboto"/>
              <a:cs typeface="Roboto"/>
            </a:endParaRPr>
          </a:p>
          <a:p>
            <a:r>
              <a:rPr lang="en-US" sz="1200">
                <a:solidFill>
                  <a:srgbClr val="131619"/>
                </a:solidFill>
                <a:latin typeface="Aptos"/>
                <a:ea typeface="Roboto"/>
                <a:cs typeface="Roboto"/>
              </a:rPr>
              <a:t>This project compared First-Year Experience (FYE) students with non-FYE students on survey measures of student experience and financial literacy. After data cleaning and applying a 75% completion threshold, 5 FYE and 10 non-FYE students remained. Mann–Whitney tests revealed one significant group difference  (p = </a:t>
            </a:r>
            <a:r>
              <a:rPr lang="en-US" sz="1200">
                <a:solidFill>
                  <a:srgbClr val="131619"/>
                </a:solidFill>
                <a:ea typeface="+mn-lt"/>
                <a:cs typeface="+mn-lt"/>
              </a:rPr>
              <a:t>0.027036</a:t>
            </a:r>
            <a:r>
              <a:rPr lang="en-US" sz="1200">
                <a:solidFill>
                  <a:srgbClr val="131619"/>
                </a:solidFill>
                <a:latin typeface="Aptos"/>
                <a:ea typeface="Roboto"/>
                <a:cs typeface="Roboto"/>
              </a:rPr>
              <a:t>) on the question asking if participants were native English speakers. Three other questions about student engagement approached significance with p values between 0.05 and 0.1. Findings highlight possible areas of divergence between FYE and non-FYE students, though small sample size limits generalizability.</a:t>
            </a:r>
          </a:p>
          <a:p>
            <a:endParaRPr lang="en-US" sz="1200" b="1">
              <a:solidFill>
                <a:srgbClr val="131619"/>
              </a:solidFill>
              <a:latin typeface="Aptos"/>
              <a:ea typeface="Roboto"/>
              <a:cs typeface="Roboto"/>
            </a:endParaRPr>
          </a:p>
        </p:txBody>
      </p:sp>
      <p:sp>
        <p:nvSpPr>
          <p:cNvPr id="23" name="TextBox 22">
            <a:extLst>
              <a:ext uri="{FF2B5EF4-FFF2-40B4-BE49-F238E27FC236}">
                <a16:creationId xmlns:a16="http://schemas.microsoft.com/office/drawing/2014/main" id="{F88CF0FB-A215-8155-F3CD-C8E61F5A0BE1}"/>
              </a:ext>
            </a:extLst>
          </p:cNvPr>
          <p:cNvSpPr txBox="1"/>
          <p:nvPr/>
        </p:nvSpPr>
        <p:spPr>
          <a:xfrm>
            <a:off x="134060" y="3178679"/>
            <a:ext cx="6499448" cy="1553213"/>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noAutofit/>
          </a:bodyPr>
          <a:lstStyle/>
          <a:p>
            <a:r>
              <a:rPr lang="en-US" sz="1200" b="1" dirty="0">
                <a:solidFill>
                  <a:srgbClr val="131619"/>
                </a:solidFill>
                <a:latin typeface="Aptos"/>
                <a:ea typeface="Roboto"/>
                <a:cs typeface="Roboto"/>
              </a:rPr>
              <a:t>Methodology:</a:t>
            </a:r>
            <a:br>
              <a:rPr lang="en-US" sz="1200" dirty="0">
                <a:latin typeface="Aptos"/>
                <a:ea typeface="Roboto"/>
                <a:cs typeface="Roboto"/>
              </a:rPr>
            </a:br>
            <a:r>
              <a:rPr lang="en-US" sz="1200" dirty="0">
                <a:ea typeface="+mn-lt"/>
                <a:cs typeface="+mn-lt"/>
              </a:rPr>
              <a:t>The dataset for this study includes descriptive statistics provided by the FYE coordinator and </a:t>
            </a:r>
            <a:r>
              <a:rPr lang="en-US" sz="1200" dirty="0">
                <a:solidFill>
                  <a:srgbClr val="000000"/>
                </a:solidFill>
                <a:latin typeface="Aptos"/>
                <a:ea typeface="+mn-lt"/>
                <a:cs typeface="Segoe UI"/>
              </a:rPr>
              <a:t>r</a:t>
            </a:r>
            <a:r>
              <a:rPr lang="en-US" sz="1200" dirty="0">
                <a:solidFill>
                  <a:srgbClr val="333333"/>
                </a:solidFill>
                <a:latin typeface="Aptos"/>
                <a:ea typeface="+mn-lt"/>
                <a:cs typeface="Segoe UI"/>
              </a:rPr>
              <a:t>esponses to a survey created by our group</a:t>
            </a:r>
            <a:r>
              <a:rPr lang="en-US" sz="1200">
                <a:ea typeface="+mn-lt"/>
                <a:cs typeface="+mn-lt"/>
              </a:rPr>
              <a:t> from two groups:</a:t>
            </a:r>
            <a:r>
              <a:rPr lang="en-US" sz="1200" dirty="0">
                <a:ea typeface="+mn-lt"/>
                <a:cs typeface="+mn-lt"/>
              </a:rPr>
              <a:t> students enrolled in the FYE program and those who were not. The survey measured multiple dimensions of the student experience, including satisfaction, financial literacy, engagement, well-being, and academic success. Our goal was to evaluate </a:t>
            </a:r>
            <a:r>
              <a:rPr lang="en-US" sz="1200">
                <a:ea typeface="+mn-lt"/>
                <a:cs typeface="+mn-lt"/>
              </a:rPr>
              <a:t>statistical</a:t>
            </a:r>
            <a:r>
              <a:rPr lang="en-US" sz="1200" dirty="0">
                <a:ea typeface="+mn-lt"/>
                <a:cs typeface="+mn-lt"/>
              </a:rPr>
              <a:t> </a:t>
            </a:r>
            <a:r>
              <a:rPr lang="en-US" sz="1200">
                <a:ea typeface="+mn-lt"/>
                <a:cs typeface="+mn-lt"/>
              </a:rPr>
              <a:t>differences</a:t>
            </a:r>
            <a:r>
              <a:rPr lang="en-US" sz="1200" dirty="0">
                <a:ea typeface="+mn-lt"/>
                <a:cs typeface="+mn-lt"/>
              </a:rPr>
              <a:t> </a:t>
            </a:r>
            <a:r>
              <a:rPr lang="en-US" sz="1200">
                <a:ea typeface="+mn-lt"/>
                <a:cs typeface="+mn-lt"/>
              </a:rPr>
              <a:t>in </a:t>
            </a:r>
            <a:r>
              <a:rPr lang="en-US" sz="1200" dirty="0">
                <a:ea typeface="+mn-lt"/>
                <a:cs typeface="+mn-lt"/>
              </a:rPr>
              <a:t>these </a:t>
            </a:r>
            <a:r>
              <a:rPr lang="en-US" sz="1200">
                <a:ea typeface="+mn-lt"/>
                <a:cs typeface="+mn-lt"/>
              </a:rPr>
              <a:t>factors between populations in order to determine </a:t>
            </a:r>
            <a:r>
              <a:rPr lang="en-US" sz="1200" dirty="0">
                <a:ea typeface="+mn-lt"/>
                <a:cs typeface="+mn-lt"/>
              </a:rPr>
              <a:t>the </a:t>
            </a:r>
            <a:r>
              <a:rPr lang="en-US" sz="1200">
                <a:ea typeface="+mn-lt"/>
                <a:cs typeface="+mn-lt"/>
              </a:rPr>
              <a:t> impact of the FYE</a:t>
            </a:r>
            <a:r>
              <a:rPr lang="en-US" sz="1200" dirty="0">
                <a:ea typeface="+mn-lt"/>
                <a:cs typeface="+mn-lt"/>
              </a:rPr>
              <a:t> </a:t>
            </a:r>
            <a:r>
              <a:rPr lang="en-US" sz="1200">
                <a:ea typeface="+mn-lt"/>
                <a:cs typeface="+mn-lt"/>
              </a:rPr>
              <a:t>program on student engagement and behavior.</a:t>
            </a:r>
            <a:endParaRPr lang="en-US" sz="1200">
              <a:latin typeface="Aptos"/>
              <a:ea typeface="Roboto"/>
              <a:cs typeface="Roboto"/>
            </a:endParaRPr>
          </a:p>
        </p:txBody>
      </p:sp>
      <p:sp>
        <p:nvSpPr>
          <p:cNvPr id="25" name="TextBox 24">
            <a:extLst>
              <a:ext uri="{FF2B5EF4-FFF2-40B4-BE49-F238E27FC236}">
                <a16:creationId xmlns:a16="http://schemas.microsoft.com/office/drawing/2014/main" id="{C6C9C228-FFFA-6FE5-46A7-2D7482BF2A3E}"/>
              </a:ext>
            </a:extLst>
          </p:cNvPr>
          <p:cNvSpPr txBox="1"/>
          <p:nvPr/>
        </p:nvSpPr>
        <p:spPr>
          <a:xfrm>
            <a:off x="142642" y="2195282"/>
            <a:ext cx="6509995" cy="830997"/>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spAutoFit/>
          </a:bodyPr>
          <a:lstStyle/>
          <a:p>
            <a:r>
              <a:rPr lang="en-US" sz="1200" b="1">
                <a:solidFill>
                  <a:srgbClr val="131619"/>
                </a:solidFill>
                <a:latin typeface="Aptos"/>
                <a:ea typeface="roboto"/>
                <a:cs typeface="roboto"/>
              </a:rPr>
              <a:t>Background:</a:t>
            </a:r>
            <a:r>
              <a:rPr lang="en-US" sz="1200">
                <a:solidFill>
                  <a:srgbClr val="131619"/>
                </a:solidFill>
                <a:latin typeface="Aptos"/>
                <a:ea typeface="roboto"/>
                <a:cs typeface="roboto"/>
              </a:rPr>
              <a:t> </a:t>
            </a:r>
            <a:endParaRPr lang="en-US" sz="1200">
              <a:solidFill>
                <a:srgbClr val="000000"/>
              </a:solidFill>
              <a:latin typeface="Aptos"/>
              <a:ea typeface="roboto"/>
              <a:cs typeface="roboto"/>
            </a:endParaRPr>
          </a:p>
          <a:p>
            <a:r>
              <a:rPr lang="en-US" sz="1200">
                <a:solidFill>
                  <a:srgbClr val="131619"/>
                </a:solidFill>
                <a:latin typeface="Aptos"/>
                <a:ea typeface="roboto"/>
                <a:cs typeface="roboto"/>
              </a:rPr>
              <a:t>UNO's student retention rate trails peer institutions. After implementing an FYE program in 2022, UNO found that students who participated in the FYE had higher rates of retention than those that did not.  UNO wants to understand why the FYE seminar improves student retention.</a:t>
            </a:r>
            <a:endParaRPr lang="en-US" sz="1200">
              <a:latin typeface="Aptos"/>
              <a:ea typeface="roboto"/>
              <a:cs typeface="roboto"/>
            </a:endParaRPr>
          </a:p>
        </p:txBody>
      </p:sp>
      <p:sp>
        <p:nvSpPr>
          <p:cNvPr id="29" name="TextBox 28">
            <a:extLst>
              <a:ext uri="{FF2B5EF4-FFF2-40B4-BE49-F238E27FC236}">
                <a16:creationId xmlns:a16="http://schemas.microsoft.com/office/drawing/2014/main" id="{B748561D-05D6-3B18-294F-A58B891BBB06}"/>
              </a:ext>
            </a:extLst>
          </p:cNvPr>
          <p:cNvSpPr txBox="1"/>
          <p:nvPr/>
        </p:nvSpPr>
        <p:spPr>
          <a:xfrm>
            <a:off x="6796855" y="2343914"/>
            <a:ext cx="6377033" cy="1507078"/>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noAutofit/>
          </a:bodyPr>
          <a:lstStyle/>
          <a:p>
            <a:r>
              <a:rPr lang="en-US" sz="1200" b="1" dirty="0"/>
              <a:t>Discussion:</a:t>
            </a:r>
            <a:endParaRPr lang="en-US"/>
          </a:p>
          <a:p>
            <a:r>
              <a:rPr lang="en-US" sz="1200" dirty="0">
                <a:ea typeface="+mn-lt"/>
                <a:cs typeface="+mn-lt"/>
              </a:rPr>
              <a:t>Taken together, the results suggest that the FYE program may strengthen students’ sense of engagement and </a:t>
            </a:r>
            <a:r>
              <a:rPr lang="en-US" sz="1200">
                <a:ea typeface="+mn-lt"/>
                <a:cs typeface="+mn-lt"/>
              </a:rPr>
              <a:t>connectedness. Overall</a:t>
            </a:r>
            <a:r>
              <a:rPr lang="en-US" sz="1200" dirty="0">
                <a:ea typeface="+mn-lt"/>
                <a:cs typeface="+mn-lt"/>
              </a:rPr>
              <a:t>, the two groups were similar across most measures, with only one statistically significant difference and several emerging trends. Because the sample size was very small, these findings remain preliminary; however, they indicate that FYE participation may enhance students’ connection to peers and the institution, potentially supporting higher retention compared to Non-FYE students.</a:t>
            </a:r>
          </a:p>
        </p:txBody>
      </p:sp>
      <p:sp>
        <p:nvSpPr>
          <p:cNvPr id="3" name="TextBox 2">
            <a:extLst>
              <a:ext uri="{FF2B5EF4-FFF2-40B4-BE49-F238E27FC236}">
                <a16:creationId xmlns:a16="http://schemas.microsoft.com/office/drawing/2014/main" id="{70F3554A-1A6D-CFF5-1ABF-78EC1DA71F71}"/>
              </a:ext>
            </a:extLst>
          </p:cNvPr>
          <p:cNvSpPr txBox="1"/>
          <p:nvPr/>
        </p:nvSpPr>
        <p:spPr>
          <a:xfrm>
            <a:off x="2477" y="-120669"/>
            <a:ext cx="12140514" cy="830997"/>
          </a:xfrm>
          <a:prstGeom prst="rect">
            <a:avLst/>
          </a:prstGeom>
          <a:solidFill>
            <a:srgbClr val="F2F2F2">
              <a:alpha val="0"/>
            </a:srgb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latin typeface="Arial"/>
                <a:cs typeface="Arial"/>
              </a:rPr>
              <a:t> The First Year Experience Program</a:t>
            </a:r>
            <a:r>
              <a:rPr lang="en-US" sz="2000" b="1">
                <a:latin typeface="Arial"/>
                <a:cs typeface="Arial"/>
              </a:rPr>
              <a:t>: </a:t>
            </a:r>
            <a:r>
              <a:rPr lang="en-US" sz="2100" b="1" i="1">
                <a:latin typeface="Arial"/>
                <a:cs typeface="Arial"/>
              </a:rPr>
              <a:t>A Piece of Student Success</a:t>
            </a:r>
            <a:endParaRPr lang="en-US" sz="2100" i="1" err="1">
              <a:latin typeface="Aptos"/>
              <a:cs typeface="Arial"/>
            </a:endParaRPr>
          </a:p>
          <a:p>
            <a:endParaRPr lang="en-US" sz="1600" b="1">
              <a:latin typeface="Arial"/>
              <a:cs typeface="Arial"/>
            </a:endParaRPr>
          </a:p>
        </p:txBody>
      </p:sp>
      <p:sp>
        <p:nvSpPr>
          <p:cNvPr id="4" name="TextBox 3">
            <a:extLst>
              <a:ext uri="{FF2B5EF4-FFF2-40B4-BE49-F238E27FC236}">
                <a16:creationId xmlns:a16="http://schemas.microsoft.com/office/drawing/2014/main" id="{4772BC5B-D8E3-A849-8F4D-26D61513A1D6}"/>
              </a:ext>
            </a:extLst>
          </p:cNvPr>
          <p:cNvSpPr txBox="1"/>
          <p:nvPr/>
        </p:nvSpPr>
        <p:spPr>
          <a:xfrm>
            <a:off x="6783040" y="5536949"/>
            <a:ext cx="6349583" cy="861774"/>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spAutoFit/>
          </a:bodyPr>
          <a:lstStyle/>
          <a:p>
            <a:r>
              <a:rPr lang="en-US" sz="1000" u="sng">
                <a:solidFill>
                  <a:srgbClr val="131619"/>
                </a:solidFill>
                <a:latin typeface="Arial"/>
                <a:ea typeface="Roboto"/>
                <a:cs typeface="Roboto"/>
              </a:rPr>
              <a:t>Acknowledgements:</a:t>
            </a:r>
            <a:endParaRPr lang="en-US" sz="1000" u="sng">
              <a:solidFill>
                <a:srgbClr val="000000"/>
              </a:solidFill>
              <a:latin typeface="Arial"/>
              <a:ea typeface="Roboto"/>
              <a:cs typeface="Arial"/>
            </a:endParaRPr>
          </a:p>
          <a:p>
            <a:r>
              <a:rPr lang="en-US" sz="1000">
                <a:solidFill>
                  <a:srgbClr val="000000"/>
                </a:solidFill>
                <a:latin typeface="Arial"/>
                <a:ea typeface="Roboto"/>
                <a:cs typeface="Times New Roman"/>
              </a:rPr>
              <a:t> Burke, A. (2019). </a:t>
            </a:r>
            <a:r>
              <a:rPr lang="en-US" sz="1000" i="1">
                <a:solidFill>
                  <a:srgbClr val="000000"/>
                </a:solidFill>
                <a:latin typeface="Arial"/>
                <a:ea typeface="Roboto"/>
                <a:cs typeface="Times New Roman"/>
              </a:rPr>
              <a:t>Student retention models in higher education: A literature review.</a:t>
            </a:r>
            <a:r>
              <a:rPr lang="en-US" sz="1000">
                <a:solidFill>
                  <a:srgbClr val="000000"/>
                </a:solidFill>
                <a:latin typeface="Arial"/>
                <a:ea typeface="Roboto"/>
                <a:cs typeface="Times New Roman"/>
              </a:rPr>
              <a:t> </a:t>
            </a:r>
            <a:r>
              <a:rPr lang="en-US" sz="1000" i="1">
                <a:solidFill>
                  <a:srgbClr val="000000"/>
                </a:solidFill>
                <a:latin typeface="Arial"/>
                <a:ea typeface="Roboto"/>
                <a:cs typeface="Times New Roman"/>
              </a:rPr>
              <a:t>College and University, 94</a:t>
            </a:r>
            <a:r>
              <a:rPr lang="en-US" sz="1000">
                <a:solidFill>
                  <a:srgbClr val="000000"/>
                </a:solidFill>
                <a:latin typeface="Arial"/>
                <a:ea typeface="Roboto"/>
                <a:cs typeface="Times New Roman"/>
              </a:rPr>
              <a:t>(2), 12–21.</a:t>
            </a:r>
            <a:endParaRPr lang="en-US" sz="1000">
              <a:latin typeface="Arial"/>
              <a:cs typeface="Arial"/>
            </a:endParaRPr>
          </a:p>
          <a:p>
            <a:r>
              <a:rPr lang="en-US" sz="1000">
                <a:solidFill>
                  <a:srgbClr val="000000"/>
                </a:solidFill>
                <a:latin typeface="Arial"/>
                <a:ea typeface="Roboto"/>
                <a:cs typeface="Times New Roman"/>
              </a:rPr>
              <a:t> Ribeiro, L., Rosário, P., Núñez, J. C., Gaeta, M., &amp; Fuentes, S. (2019). </a:t>
            </a:r>
            <a:r>
              <a:rPr lang="en-US" sz="1000" i="1">
                <a:solidFill>
                  <a:srgbClr val="000000"/>
                </a:solidFill>
                <a:latin typeface="Arial"/>
                <a:ea typeface="Roboto"/>
                <a:cs typeface="Times New Roman"/>
              </a:rPr>
              <a:t>First-year students’ background and academic achievement: The mediating role of student engagement.</a:t>
            </a:r>
            <a:r>
              <a:rPr lang="en-US" sz="1000">
                <a:solidFill>
                  <a:srgbClr val="000000"/>
                </a:solidFill>
                <a:latin typeface="Arial"/>
                <a:ea typeface="Roboto"/>
                <a:cs typeface="Times New Roman"/>
              </a:rPr>
              <a:t> </a:t>
            </a:r>
            <a:r>
              <a:rPr lang="en-US" sz="1000" i="1">
                <a:solidFill>
                  <a:srgbClr val="000000"/>
                </a:solidFill>
                <a:latin typeface="Arial"/>
                <a:ea typeface="Roboto"/>
                <a:cs typeface="Times New Roman"/>
              </a:rPr>
              <a:t>Frontiers in Psychology, 10</a:t>
            </a:r>
            <a:r>
              <a:rPr lang="en-US" sz="1000">
                <a:solidFill>
                  <a:srgbClr val="000000"/>
                </a:solidFill>
                <a:latin typeface="Arial"/>
                <a:ea typeface="Roboto"/>
                <a:cs typeface="Times New Roman"/>
              </a:rPr>
              <a:t>, Article 2669.</a:t>
            </a:r>
            <a:endParaRPr lang="en-US" sz="1000">
              <a:latin typeface="Arial"/>
              <a:cs typeface="Arial"/>
            </a:endParaRPr>
          </a:p>
        </p:txBody>
      </p:sp>
      <p:pic>
        <p:nvPicPr>
          <p:cNvPr id="2" name="Picture 1" descr="A red and black logo&#10;&#10;AI-generated content may be incorrect.">
            <a:extLst>
              <a:ext uri="{FF2B5EF4-FFF2-40B4-BE49-F238E27FC236}">
                <a16:creationId xmlns:a16="http://schemas.microsoft.com/office/drawing/2014/main" id="{BA809230-505C-55BC-BAFC-C0A19EBF98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23531" y="-1825"/>
            <a:ext cx="454317" cy="502078"/>
          </a:xfrm>
          <a:prstGeom prst="rect">
            <a:avLst/>
          </a:prstGeom>
        </p:spPr>
      </p:pic>
      <p:sp>
        <p:nvSpPr>
          <p:cNvPr id="5" name="TextBox 4">
            <a:extLst>
              <a:ext uri="{FF2B5EF4-FFF2-40B4-BE49-F238E27FC236}">
                <a16:creationId xmlns:a16="http://schemas.microsoft.com/office/drawing/2014/main" id="{741077CA-F7EA-7255-C6A4-3A137495D190}"/>
              </a:ext>
            </a:extLst>
          </p:cNvPr>
          <p:cNvSpPr txBox="1"/>
          <p:nvPr/>
        </p:nvSpPr>
        <p:spPr>
          <a:xfrm>
            <a:off x="6277151" y="252749"/>
            <a:ext cx="641946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latin typeface="Aptos"/>
                <a:cs typeface="Arial"/>
              </a:rPr>
              <a:t>Alyssa Miller, Anima Upadhyay, Glen Williams – Economics – University of Nebraska at Omaha</a:t>
            </a:r>
            <a:endParaRPr lang="en-US" sz="1200">
              <a:latin typeface="Aptos"/>
            </a:endParaRPr>
          </a:p>
        </p:txBody>
      </p:sp>
      <p:sp>
        <p:nvSpPr>
          <p:cNvPr id="6" name="TextBox 5">
            <a:extLst>
              <a:ext uri="{FF2B5EF4-FFF2-40B4-BE49-F238E27FC236}">
                <a16:creationId xmlns:a16="http://schemas.microsoft.com/office/drawing/2014/main" id="{6CAAEB72-B0AF-1855-AE44-2BD9840C0F76}"/>
              </a:ext>
            </a:extLst>
          </p:cNvPr>
          <p:cNvSpPr txBox="1"/>
          <p:nvPr/>
        </p:nvSpPr>
        <p:spPr>
          <a:xfrm>
            <a:off x="105645" y="4839936"/>
            <a:ext cx="6546927" cy="1569660"/>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spAutoFit/>
          </a:bodyPr>
          <a:lstStyle/>
          <a:p>
            <a:r>
              <a:rPr lang="en-US" sz="1200" b="1" dirty="0">
                <a:solidFill>
                  <a:srgbClr val="000000"/>
                </a:solidFill>
                <a:latin typeface="Aptos"/>
                <a:ea typeface="roboto"/>
                <a:cs typeface="roboto"/>
              </a:rPr>
              <a:t>Data Analysis:</a:t>
            </a:r>
            <a:endParaRPr lang="en-US" sz="1200" dirty="0">
              <a:solidFill>
                <a:srgbClr val="000000"/>
              </a:solidFill>
              <a:latin typeface="Aptos"/>
              <a:ea typeface="roboto"/>
              <a:cs typeface="roboto"/>
            </a:endParaRPr>
          </a:p>
          <a:p>
            <a:r>
              <a:rPr lang="en-US" sz="1200" dirty="0">
                <a:solidFill>
                  <a:srgbClr val="000000"/>
                </a:solidFill>
                <a:latin typeface="Aptos"/>
                <a:ea typeface="roboto"/>
                <a:cs typeface="roboto"/>
              </a:rPr>
              <a:t>Data preparation involved cleaning and processing responses from both groups, recoding categorical and ordinal items into consistent numeric scales, and scoring objective financial literacy questions to construct a composite index. After merging the datasets, group differences were evaluated using the Mann–Whitney U test, a non-parametric method appropriate for ordinal survey data that does not assume normality. For each variable, the analysis produced U-statistics, p-values, and group-level summary statistics to identify significant differences between FYE and Non-FYE students. </a:t>
            </a:r>
            <a:endParaRPr lang="en-US" sz="1200" dirty="0">
              <a:ea typeface="roboto"/>
              <a:cs typeface="roboto"/>
            </a:endParaRPr>
          </a:p>
        </p:txBody>
      </p:sp>
      <p:sp>
        <p:nvSpPr>
          <p:cNvPr id="7" name="TextBox 6">
            <a:extLst>
              <a:ext uri="{FF2B5EF4-FFF2-40B4-BE49-F238E27FC236}">
                <a16:creationId xmlns:a16="http://schemas.microsoft.com/office/drawing/2014/main" id="{AF42459D-3095-E965-84EC-68EA6A2910F2}"/>
              </a:ext>
            </a:extLst>
          </p:cNvPr>
          <p:cNvSpPr txBox="1"/>
          <p:nvPr/>
        </p:nvSpPr>
        <p:spPr>
          <a:xfrm>
            <a:off x="6800292" y="531943"/>
            <a:ext cx="6331339" cy="1665210"/>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noAutofit/>
          </a:bodyPr>
          <a:lstStyle/>
          <a:p>
            <a:r>
              <a:rPr lang="en-US" sz="1200" b="1" dirty="0">
                <a:solidFill>
                  <a:srgbClr val="000000"/>
                </a:solidFill>
                <a:latin typeface="Aptos"/>
                <a:ea typeface="roboto"/>
                <a:cs typeface="roboto"/>
              </a:rPr>
              <a:t>Results:</a:t>
            </a:r>
            <a:endParaRPr lang="en-US" sz="1200" dirty="0">
              <a:solidFill>
                <a:srgbClr val="000000"/>
              </a:solidFill>
              <a:latin typeface="Aptos"/>
              <a:ea typeface="roboto"/>
              <a:cs typeface="roboto"/>
            </a:endParaRPr>
          </a:p>
          <a:p>
            <a:pPr marL="285750" indent="-285750">
              <a:buFont typeface="Arial,Sans-Serif"/>
              <a:buChar char="•"/>
            </a:pPr>
            <a:r>
              <a:rPr lang="en-US" sz="1200" dirty="0">
                <a:solidFill>
                  <a:srgbClr val="000000"/>
                </a:solidFill>
                <a:latin typeface="Aptos"/>
                <a:ea typeface="roboto"/>
                <a:cs typeface="roboto"/>
              </a:rPr>
              <a:t>FYE students reporting higher engagement and connectedness and feel more engaged as compared to the Non-FYE students (3.75 vs 2.1)</a:t>
            </a:r>
          </a:p>
          <a:p>
            <a:pPr marL="285750" indent="-285750">
              <a:buFont typeface="Arial,Sans-Serif"/>
              <a:buChar char="•"/>
            </a:pPr>
            <a:r>
              <a:rPr lang="en-US" sz="1200" dirty="0">
                <a:solidFill>
                  <a:srgbClr val="000000"/>
                </a:solidFill>
                <a:ea typeface="+mn-lt"/>
                <a:cs typeface="+mn-lt"/>
              </a:rPr>
              <a:t>The survey questions that approached significance asked whether students utilized the campus wellness center and whether they attended any UNO campus events, with p-values of 0.055678 and 0.070926, respectively.</a:t>
            </a:r>
          </a:p>
          <a:p>
            <a:pPr marL="285750" indent="-285750">
              <a:buFont typeface="Arial,Sans-Serif"/>
              <a:buChar char="•"/>
            </a:pPr>
            <a:r>
              <a:rPr lang="en-US" sz="1200" dirty="0">
                <a:solidFill>
                  <a:srgbClr val="000000"/>
                </a:solidFill>
                <a:latin typeface="Aptos"/>
                <a:ea typeface="roboto"/>
                <a:cs typeface="roboto"/>
              </a:rPr>
              <a:t>In addition, the question if English is their first language has </a:t>
            </a:r>
            <a:r>
              <a:rPr lang="en-US" sz="1200" dirty="0">
                <a:solidFill>
                  <a:srgbClr val="000000"/>
                </a:solidFill>
                <a:ea typeface="roboto"/>
                <a:cs typeface="roboto"/>
              </a:rPr>
              <a:t>a significant p value of </a:t>
            </a:r>
            <a:r>
              <a:rPr lang="en-US" sz="1200" dirty="0">
                <a:solidFill>
                  <a:srgbClr val="131619"/>
                </a:solidFill>
                <a:ea typeface="+mn-lt"/>
                <a:cs typeface="+mn-lt"/>
              </a:rPr>
              <a:t>0.027036</a:t>
            </a:r>
            <a:r>
              <a:rPr lang="en-US" sz="1200" dirty="0">
                <a:solidFill>
                  <a:srgbClr val="000000"/>
                </a:solidFill>
                <a:ea typeface="+mn-lt"/>
                <a:cs typeface="+mn-lt"/>
              </a:rPr>
              <a:t>.</a:t>
            </a:r>
            <a:endParaRPr lang="en-US" sz="1200" dirty="0">
              <a:solidFill>
                <a:srgbClr val="000000"/>
              </a:solidFill>
              <a:latin typeface="Aptos"/>
              <a:ea typeface="roboto"/>
              <a:cs typeface="roboto"/>
            </a:endParaRPr>
          </a:p>
          <a:p>
            <a:pPr marL="285750" indent="-285750">
              <a:buFont typeface="Arial,Sans-Serif"/>
              <a:buChar char="•"/>
            </a:pPr>
            <a:endParaRPr lang="en-US" sz="1200" dirty="0">
              <a:solidFill>
                <a:srgbClr val="000000"/>
              </a:solidFill>
              <a:latin typeface="Aptos"/>
              <a:ea typeface="roboto"/>
              <a:cs typeface="roboto"/>
            </a:endParaRPr>
          </a:p>
        </p:txBody>
      </p:sp>
      <p:sp>
        <p:nvSpPr>
          <p:cNvPr id="10" name="TextBox 9">
            <a:extLst>
              <a:ext uri="{FF2B5EF4-FFF2-40B4-BE49-F238E27FC236}">
                <a16:creationId xmlns:a16="http://schemas.microsoft.com/office/drawing/2014/main" id="{9F6BCE4A-6863-F79D-9DAA-9F3546D23EEB}"/>
              </a:ext>
            </a:extLst>
          </p:cNvPr>
          <p:cNvSpPr txBox="1"/>
          <p:nvPr/>
        </p:nvSpPr>
        <p:spPr>
          <a:xfrm>
            <a:off x="6783772" y="3952603"/>
            <a:ext cx="6378665" cy="1168652"/>
          </a:xfrm>
          <a:prstGeom prst="rect">
            <a:avLst/>
          </a:prstGeom>
          <a:solidFill>
            <a:srgbClr val="F2F2F2">
              <a:alpha val="85000"/>
            </a:srgbClr>
          </a:solidFill>
          <a:ln w="12700">
            <a:solidFill>
              <a:schemeClr val="bg1">
                <a:lumMod val="50000"/>
              </a:schemeClr>
            </a:solidFill>
          </a:ln>
        </p:spPr>
        <p:txBody>
          <a:bodyPr wrap="square" lIns="91440" tIns="45720" rIns="91440" bIns="45720" rtlCol="0" anchor="t">
            <a:noAutofit/>
          </a:bodyPr>
          <a:lstStyle/>
          <a:p>
            <a:r>
              <a:rPr lang="en-US" sz="1200" b="1">
                <a:solidFill>
                  <a:srgbClr val="131619"/>
                </a:solidFill>
                <a:latin typeface="Aptos"/>
                <a:ea typeface="Roboto"/>
                <a:cs typeface="Roboto"/>
              </a:rPr>
              <a:t>Limitations</a:t>
            </a:r>
            <a:r>
              <a:rPr lang="en-US" sz="1200" b="1">
                <a:solidFill>
                  <a:srgbClr val="131619"/>
                </a:solidFill>
                <a:ea typeface="+mn-lt"/>
                <a:cs typeface="+mn-lt"/>
              </a:rPr>
              <a:t> and </a:t>
            </a:r>
            <a:r>
              <a:rPr lang="en-US" sz="1200" b="1">
                <a:solidFill>
                  <a:srgbClr val="131619"/>
                </a:solidFill>
                <a:latin typeface="Aptos"/>
                <a:ea typeface="+mn-lt"/>
                <a:cs typeface="Segoe UI"/>
              </a:rPr>
              <a:t>Future Policy Implication</a:t>
            </a:r>
            <a:r>
              <a:rPr lang="en-US" sz="1200" b="1">
                <a:solidFill>
                  <a:srgbClr val="131619"/>
                </a:solidFill>
                <a:latin typeface="Aptos"/>
                <a:ea typeface="Roboto"/>
                <a:cs typeface="Roboto"/>
              </a:rPr>
              <a:t>:</a:t>
            </a:r>
            <a:br>
              <a:rPr lang="en-US" sz="1200" b="1">
                <a:solidFill>
                  <a:srgbClr val="131619"/>
                </a:solidFill>
                <a:latin typeface="Aptos"/>
                <a:ea typeface="Roboto"/>
                <a:cs typeface="Roboto"/>
              </a:rPr>
            </a:br>
            <a:r>
              <a:rPr lang="en-US" sz="1200">
                <a:solidFill>
                  <a:srgbClr val="131619"/>
                </a:solidFill>
                <a:latin typeface="Aptos"/>
                <a:ea typeface="+mn-lt"/>
                <a:cs typeface="Segoe UI"/>
              </a:rPr>
              <a:t>This </a:t>
            </a:r>
            <a:r>
              <a:rPr lang="en-US" sz="1200">
                <a:solidFill>
                  <a:srgbClr val="131619"/>
                </a:solidFill>
                <a:ea typeface="+mn-lt"/>
                <a:cs typeface="+mn-lt"/>
              </a:rPr>
              <a:t>study </a:t>
            </a:r>
            <a:r>
              <a:rPr lang="en-US" sz="1200">
                <a:solidFill>
                  <a:srgbClr val="131619"/>
                </a:solidFill>
                <a:latin typeface="Aptos"/>
                <a:ea typeface="+mn-lt"/>
                <a:cs typeface="Segoe UI"/>
              </a:rPr>
              <a:t>was </a:t>
            </a:r>
            <a:r>
              <a:rPr lang="en-US" sz="1200">
                <a:solidFill>
                  <a:srgbClr val="131619"/>
                </a:solidFill>
                <a:ea typeface="+mn-lt"/>
                <a:cs typeface="+mn-lt"/>
              </a:rPr>
              <a:t>limited by </a:t>
            </a:r>
            <a:r>
              <a:rPr lang="en-US" sz="1200">
                <a:solidFill>
                  <a:srgbClr val="131619"/>
                </a:solidFill>
                <a:latin typeface="Aptos"/>
                <a:ea typeface="+mn-lt"/>
                <a:cs typeface="Segoe UI"/>
              </a:rPr>
              <a:t>a low survey response rate and a short data collection period,</a:t>
            </a:r>
            <a:r>
              <a:rPr lang="en-US" sz="1200">
                <a:solidFill>
                  <a:srgbClr val="131619"/>
                </a:solidFill>
                <a:ea typeface="+mn-lt"/>
                <a:cs typeface="+mn-lt"/>
              </a:rPr>
              <a:t> both of</a:t>
            </a:r>
            <a:r>
              <a:rPr lang="en-US" sz="1200" b="1">
                <a:solidFill>
                  <a:srgbClr val="131619"/>
                </a:solidFill>
                <a:ea typeface="+mn-lt"/>
                <a:cs typeface="+mn-lt"/>
              </a:rPr>
              <a:t> </a:t>
            </a:r>
            <a:r>
              <a:rPr lang="en-US" sz="1200">
                <a:ea typeface="+mn-lt"/>
                <a:cs typeface="+mn-lt"/>
              </a:rPr>
              <a:t>which reduced the robustness of the analysis. Consequently, the dataset is not sufficient to draw firm conclusions about the FYE program’s impact on student retention. Nonetheless, the survey instrument can be reused in future semesters to collect a larger and more representative sample, enabling more reliable insights over time.</a:t>
            </a:r>
            <a:endParaRPr lang="en-US"/>
          </a:p>
        </p:txBody>
      </p:sp>
    </p:spTree>
    <p:extLst>
      <p:ext uri="{BB962C8B-B14F-4D97-AF65-F5344CB8AC3E}">
        <p14:creationId xmlns:p14="http://schemas.microsoft.com/office/powerpoint/2010/main" val="313768281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Alyssa Miller</dc:creator>
  <cp:revision>297</cp:revision>
  <dcterms:created xsi:type="dcterms:W3CDTF">2025-12-07T20:13:39Z</dcterms:created>
  <dcterms:modified xsi:type="dcterms:W3CDTF">2025-12-10T02:07:54Z</dcterms:modified>
</cp:coreProperties>
</file>